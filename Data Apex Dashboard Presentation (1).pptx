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56" r:id="rId3"/>
    <p:sldId id="257" r:id="rId4"/>
    <p:sldId id="258" r:id="rId5"/>
    <p:sldId id="259" r:id="rId6"/>
    <p:sldId id="260" r:id="rId7"/>
    <p:sldId id="269" r:id="rId8"/>
    <p:sldId id="261" r:id="rId9"/>
    <p:sldId id="271" r:id="rId10"/>
    <p:sldId id="266" r:id="rId11"/>
    <p:sldId id="262" r:id="rId12"/>
    <p:sldId id="263" r:id="rId13"/>
    <p:sldId id="264" r:id="rId14"/>
    <p:sldId id="270" r:id="rId15"/>
    <p:sldId id="273" r:id="rId16"/>
    <p:sldId id="274" r:id="rId17"/>
    <p:sldId id="267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61293-8A92-4D61-96E3-530FE418EE96}" v="125" dt="2025-12-04T18:10:46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190" autoAdjust="0"/>
  </p:normalViewPr>
  <p:slideViewPr>
    <p:cSldViewPr snapToGrid="0" snapToObjects="1">
      <p:cViewPr varScale="1">
        <p:scale>
          <a:sx n="64" d="100"/>
          <a:sy n="64" d="100"/>
        </p:scale>
        <p:origin x="1128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3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barashe Razemba" userId="5c463179ce96705d" providerId="LiveId" clId="{3B959800-3686-49A7-9DAD-07CD30FD74E4}"/>
    <pc:docChg chg="undo redo custSel addSld delSld modSld sldOrd delMainMaster modMainMaster">
      <pc:chgData name="Simbarashe Razemba" userId="5c463179ce96705d" providerId="LiveId" clId="{3B959800-3686-49A7-9DAD-07CD30FD74E4}" dt="2025-12-04T18:13:56.248" v="5285" actId="26606"/>
      <pc:docMkLst>
        <pc:docMk/>
      </pc:docMkLst>
      <pc:sldChg chg="addSp delSp modSp mod ord setBg setClrOvrMap delDesignElem">
        <pc:chgData name="Simbarashe Razemba" userId="5c463179ce96705d" providerId="LiveId" clId="{3B959800-3686-49A7-9DAD-07CD30FD74E4}" dt="2025-12-03T03:40:14.961" v="4855"/>
        <pc:sldMkLst>
          <pc:docMk/>
          <pc:sldMk cId="0" sldId="256"/>
        </pc:sldMkLst>
        <pc:spChg chg="mod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imbarashe Razemba" userId="5c463179ce96705d" providerId="LiveId" clId="{3B959800-3686-49A7-9DAD-07CD30FD74E4}" dt="2025-12-03T03:07:20.068" v="4724" actId="14100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imbarashe Razemba" userId="5c463179ce96705d" providerId="LiveId" clId="{3B959800-3686-49A7-9DAD-07CD30FD74E4}" dt="2025-12-03T03:02:04.349" v="4701" actId="26606"/>
          <ac:spMkLst>
            <pc:docMk/>
            <pc:sldMk cId="0" sldId="256"/>
            <ac:spMk id="4" creationId="{13D6B322-BBD8-0FB7-0180-0221F75D9806}"/>
          </ac:spMkLst>
        </pc:spChg>
        <pc:spChg chg="add">
          <ac:chgData name="Simbarashe Razemba" userId="5c463179ce96705d" providerId="LiveId" clId="{3B959800-3686-49A7-9DAD-07CD30FD74E4}" dt="2025-12-03T01:42:43.967" v="4267"/>
          <ac:spMkLst>
            <pc:docMk/>
            <pc:sldMk cId="0" sldId="256"/>
            <ac:spMk id="4" creationId="{EA6E3026-2FDA-0BA6-035E-BC6374A53AA4}"/>
          </ac:spMkLst>
        </pc:spChg>
        <pc:spChg chg="add mod">
          <ac:chgData name="Simbarashe Razemba" userId="5c463179ce96705d" providerId="LiveId" clId="{3B959800-3686-49A7-9DAD-07CD30FD74E4}" dt="2025-12-03T01:42:53.836" v="4269"/>
          <ac:spMkLst>
            <pc:docMk/>
            <pc:sldMk cId="0" sldId="256"/>
            <ac:spMk id="5" creationId="{F37FFEEE-F584-4F1F-A850-A8BA08DBC908}"/>
          </ac:spMkLst>
        </pc:spChg>
        <pc:spChg chg="add del">
          <ac:chgData name="Simbarashe Razemba" userId="5c463179ce96705d" providerId="LiveId" clId="{3B959800-3686-49A7-9DAD-07CD30FD74E4}" dt="2025-12-03T02:06:33.600" v="4584" actId="26606"/>
          <ac:spMkLst>
            <pc:docMk/>
            <pc:sldMk cId="0" sldId="256"/>
            <ac:spMk id="8" creationId="{6A8AAC95-3719-4BCD-B710-4160043D9237}"/>
          </ac:spMkLst>
        </pc:spChg>
        <pc:spChg chg="add del">
          <ac:chgData name="Simbarashe Razemba" userId="5c463179ce96705d" providerId="LiveId" clId="{3B959800-3686-49A7-9DAD-07CD30FD74E4}" dt="2025-12-03T02:06:33.600" v="4584" actId="26606"/>
          <ac:spMkLst>
            <pc:docMk/>
            <pc:sldMk cId="0" sldId="256"/>
            <ac:spMk id="10" creationId="{73A6D7BA-50E4-42FE-A0E3-FC42B7EC4372}"/>
          </ac:spMkLst>
        </pc:spChg>
        <pc:spChg chg="add del">
          <ac:chgData name="Simbarashe Razemba" userId="5c463179ce96705d" providerId="LiveId" clId="{3B959800-3686-49A7-9DAD-07CD30FD74E4}" dt="2025-12-03T02:06:39.618" v="4586" actId="26606"/>
          <ac:spMkLst>
            <pc:docMk/>
            <pc:sldMk cId="0" sldId="256"/>
            <ac:spMk id="17" creationId="{18873D23-2DCF-4B31-A009-95721C06E8E1}"/>
          </ac:spMkLst>
        </pc:spChg>
        <pc:spChg chg="add del">
          <ac:chgData name="Simbarashe Razemba" userId="5c463179ce96705d" providerId="LiveId" clId="{3B959800-3686-49A7-9DAD-07CD30FD74E4}" dt="2025-12-03T02:06:39.618" v="4586" actId="26606"/>
          <ac:spMkLst>
            <pc:docMk/>
            <pc:sldMk cId="0" sldId="256"/>
            <ac:spMk id="18" creationId="{C13EF075-D4EF-4929-ADBC-91B27DA19955}"/>
          </ac:spMkLst>
        </pc:spChg>
        <pc:spChg chg="add del">
          <ac:chgData name="Simbarashe Razemba" userId="5c463179ce96705d" providerId="LiveId" clId="{3B959800-3686-49A7-9DAD-07CD30FD74E4}" dt="2025-12-03T02:35:33.885" v="4593" actId="26606"/>
          <ac:spMkLst>
            <pc:docMk/>
            <pc:sldMk cId="0" sldId="256"/>
            <ac:spMk id="24" creationId="{44D65982-4F00-4330-8DAA-DE6A9E4D6D23}"/>
          </ac:spMkLst>
        </pc:spChg>
        <pc:spChg chg="add del">
          <ac:chgData name="Simbarashe Razemba" userId="5c463179ce96705d" providerId="LiveId" clId="{3B959800-3686-49A7-9DAD-07CD30FD74E4}" dt="2025-12-03T02:35:33.885" v="4594" actId="26606"/>
          <ac:spMkLst>
            <pc:docMk/>
            <pc:sldMk cId="0" sldId="256"/>
            <ac:spMk id="25" creationId="{C05FE506-AB9A-470B-89C8-008269966F9C}"/>
          </ac:spMkLst>
        </pc:spChg>
        <pc:spChg chg="add del">
          <ac:chgData name="Simbarashe Razemba" userId="5c463179ce96705d" providerId="LiveId" clId="{3B959800-3686-49A7-9DAD-07CD30FD74E4}" dt="2025-12-03T02:35:33.885" v="4594" actId="26606"/>
          <ac:spMkLst>
            <pc:docMk/>
            <pc:sldMk cId="0" sldId="256"/>
            <ac:spMk id="26" creationId="{56AD21CA-472C-4EA1-A897-F639017AFED3}"/>
          </ac:spMkLst>
        </pc:spChg>
        <pc:spChg chg="add del">
          <ac:chgData name="Simbarashe Razemba" userId="5c463179ce96705d" providerId="LiveId" clId="{3B959800-3686-49A7-9DAD-07CD30FD74E4}" dt="2025-12-03T02:35:33.885" v="4593" actId="26606"/>
          <ac:spMkLst>
            <pc:docMk/>
            <pc:sldMk cId="0" sldId="256"/>
            <ac:spMk id="37" creationId="{AC17DE74-01C9-4859-B65A-85CF999E8580}"/>
          </ac:spMkLst>
        </pc:spChg>
        <pc:spChg chg="add del">
          <ac:chgData name="Simbarashe Razemba" userId="5c463179ce96705d" providerId="LiveId" clId="{3B959800-3686-49A7-9DAD-07CD30FD74E4}" dt="2025-12-03T02:35:16.646" v="4589" actId="26606"/>
          <ac:spMkLst>
            <pc:docMk/>
            <pc:sldMk cId="0" sldId="256"/>
            <ac:spMk id="39" creationId="{59A309A7-1751-4ABE-A3C1-EEC40366AD89}"/>
          </ac:spMkLst>
        </pc:spChg>
        <pc:spChg chg="add del">
          <ac:chgData name="Simbarashe Razemba" userId="5c463179ce96705d" providerId="LiveId" clId="{3B959800-3686-49A7-9DAD-07CD30FD74E4}" dt="2025-12-03T02:35:16.646" v="4589" actId="26606"/>
          <ac:spMkLst>
            <pc:docMk/>
            <pc:sldMk cId="0" sldId="256"/>
            <ac:spMk id="41" creationId="{967D8EB6-EAE1-4F9C-B398-83321E287204}"/>
          </ac:spMkLst>
        </pc:spChg>
        <pc:spChg chg="add del">
          <ac:chgData name="Simbarashe Razemba" userId="5c463179ce96705d" providerId="LiveId" clId="{3B959800-3686-49A7-9DAD-07CD30FD74E4}" dt="2025-12-03T02:35:31.503" v="4591" actId="26606"/>
          <ac:spMkLst>
            <pc:docMk/>
            <pc:sldMk cId="0" sldId="256"/>
            <ac:spMk id="43" creationId="{CF62D2A7-8207-488C-9F46-316BA81A16C8}"/>
          </ac:spMkLst>
        </pc:spChg>
        <pc:spChg chg="add del">
          <ac:chgData name="Simbarashe Razemba" userId="5c463179ce96705d" providerId="LiveId" clId="{3B959800-3686-49A7-9DAD-07CD30FD74E4}" dt="2025-12-03T02:35:31.503" v="4591" actId="26606"/>
          <ac:spMkLst>
            <pc:docMk/>
            <pc:sldMk cId="0" sldId="256"/>
            <ac:spMk id="44" creationId="{52AC6D7F-F068-4E11-BB06-F601D89BB980}"/>
          </ac:spMkLst>
        </pc:spChg>
        <pc:spChg chg="add del">
          <ac:chgData name="Simbarashe Razemba" userId="5c463179ce96705d" providerId="LiveId" clId="{3B959800-3686-49A7-9DAD-07CD30FD74E4}" dt="2025-12-03T02:35:33.885" v="4593" actId="26606"/>
          <ac:spMkLst>
            <pc:docMk/>
            <pc:sldMk cId="0" sldId="256"/>
            <ac:spMk id="47" creationId="{068C0432-0E90-4CC1-8CD3-D44A90DF07EF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0" creationId="{09588DA8-065E-4F6F-8EFD-43104AB2E0CF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1" creationId="{C4285719-470E-454C-AF62-8323075F1F5B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2" creationId="{CD9FE4EF-C4D8-49A0-B2FF-81D8DB7D8A24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3" creationId="{4300840D-0A0B-4512-BACA-B439D5B9C57C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4" creationId="{D2B78728-A580-49A7-84F9-6EF6F583ADE0}"/>
          </ac:spMkLst>
        </pc:spChg>
        <pc:spChg chg="add del">
          <ac:chgData name="Simbarashe Razemba" userId="5c463179ce96705d" providerId="LiveId" clId="{3B959800-3686-49A7-9DAD-07CD30FD74E4}" dt="2025-12-03T02:36:31.777" v="4608" actId="26606"/>
          <ac:spMkLst>
            <pc:docMk/>
            <pc:sldMk cId="0" sldId="256"/>
            <ac:spMk id="55" creationId="{38FAA1A1-D861-433F-88FA-1E9D6FD31D11}"/>
          </ac:spMkLst>
        </pc:spChg>
        <pc:spChg chg="add del">
          <ac:chgData name="Simbarashe Razemba" userId="5c463179ce96705d" providerId="LiveId" clId="{3B959800-3686-49A7-9DAD-07CD30FD74E4}" dt="2025-12-03T03:02:04.349" v="4701" actId="26606"/>
          <ac:spMkLst>
            <pc:docMk/>
            <pc:sldMk cId="0" sldId="256"/>
            <ac:spMk id="60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3:02:04.349" v="4701" actId="26606"/>
          <ac:spMkLst>
            <pc:docMk/>
            <pc:sldMk cId="0" sldId="256"/>
            <ac:spMk id="62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3:02:04.349" v="4701" actId="26606"/>
          <ac:spMkLst>
            <pc:docMk/>
            <pc:sldMk cId="0" sldId="256"/>
            <ac:spMk id="64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3:02:04.349" v="4701" actId="26606"/>
          <ac:spMkLst>
            <pc:docMk/>
            <pc:sldMk cId="0" sldId="256"/>
            <ac:spMk id="66" creationId="{FA23A907-97FB-4A8F-880A-DD77401C4296}"/>
          </ac:spMkLst>
        </pc:spChg>
        <pc:spChg chg="add del">
          <ac:chgData name="Simbarashe Razemba" userId="5c463179ce96705d" providerId="LiveId" clId="{3B959800-3686-49A7-9DAD-07CD30FD74E4}" dt="2025-12-03T03:02:04.254" v="4700" actId="26606"/>
          <ac:spMkLst>
            <pc:docMk/>
            <pc:sldMk cId="0" sldId="256"/>
            <ac:spMk id="68" creationId="{18873D23-2DCF-4B31-A009-95721C06E8E1}"/>
          </ac:spMkLst>
        </pc:spChg>
        <pc:spChg chg="add del">
          <ac:chgData name="Simbarashe Razemba" userId="5c463179ce96705d" providerId="LiveId" clId="{3B959800-3686-49A7-9DAD-07CD30FD74E4}" dt="2025-12-03T03:02:04.254" v="4700" actId="26606"/>
          <ac:spMkLst>
            <pc:docMk/>
            <pc:sldMk cId="0" sldId="256"/>
            <ac:spMk id="69" creationId="{C13EF075-D4EF-4929-ADBC-91B27DA19955}"/>
          </ac:spMkLst>
        </pc:spChg>
        <pc:spChg chg="add del">
          <ac:chgData name="Simbarashe Razemba" userId="5c463179ce96705d" providerId="LiveId" clId="{3B959800-3686-49A7-9DAD-07CD30FD74E4}" dt="2025-12-03T02:53:56.116" v="4690" actId="26606"/>
          <ac:spMkLst>
            <pc:docMk/>
            <pc:sldMk cId="0" sldId="256"/>
            <ac:spMk id="71" creationId="{4BF7B88A-63D0-4DCB-B8E8-519A15C7E4DB}"/>
          </ac:spMkLst>
        </pc:spChg>
        <pc:spChg chg="add del">
          <ac:chgData name="Simbarashe Razemba" userId="5c463179ce96705d" providerId="LiveId" clId="{3B959800-3686-49A7-9DAD-07CD30FD74E4}" dt="2025-12-03T03:02:49.160" v="4706" actId="26606"/>
          <ac:spMkLst>
            <pc:docMk/>
            <pc:sldMk cId="0" sldId="256"/>
            <ac:spMk id="85" creationId="{44D65982-4F00-4330-8DAA-DE6A9E4D6D23}"/>
          </ac:spMkLst>
        </pc:spChg>
        <pc:spChg chg="add del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95" creationId="{327D73B4-9F5C-4A64-A179-51B9500CB8B5}"/>
          </ac:spMkLst>
        </pc:spChg>
        <pc:spChg chg="add del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97" creationId="{C1F06963-6374-4B48-844F-071A9BAAAE02}"/>
          </ac:spMkLst>
        </pc:spChg>
        <pc:spChg chg="add del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99" creationId="{6CB927A4-E432-4310-9CD5-E89FF5063179}"/>
          </ac:spMkLst>
        </pc:spChg>
        <pc:spChg chg="add del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101" creationId="{1453BF6C-B012-48B7-B4E8-6D7AC7C27D02}"/>
          </ac:spMkLst>
        </pc:spChg>
        <pc:spChg chg="add del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103" creationId="{E3020543-B24B-4EC4-8FFC-8DD88EEA91A8}"/>
          </ac:spMkLst>
        </pc:spChg>
        <pc:spChg chg="add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110" creationId="{18873D23-2DCF-4B31-A009-95721C06E8E1}"/>
          </ac:spMkLst>
        </pc:spChg>
        <pc:spChg chg="add">
          <ac:chgData name="Simbarashe Razemba" userId="5c463179ce96705d" providerId="LiveId" clId="{3B959800-3686-49A7-9DAD-07CD30FD74E4}" dt="2025-12-03T03:06:55.845" v="4713" actId="26606"/>
          <ac:spMkLst>
            <pc:docMk/>
            <pc:sldMk cId="0" sldId="256"/>
            <ac:spMk id="112" creationId="{C13EF075-D4EF-4929-ADBC-91B27DA19955}"/>
          </ac:spMkLst>
        </pc:spChg>
        <pc:grpChg chg="add del">
          <ac:chgData name="Simbarashe Razemba" userId="5c463179ce96705d" providerId="LiveId" clId="{3B959800-3686-49A7-9DAD-07CD30FD74E4}" dt="2025-12-03T02:06:39.618" v="4586" actId="26606"/>
          <ac:grpSpMkLst>
            <pc:docMk/>
            <pc:sldMk cId="0" sldId="256"/>
            <ac:grpSpMk id="12" creationId="{DAA26DFA-AAB2-4973-9C17-16D587C7B198}"/>
          </ac:grpSpMkLst>
        </pc:grpChg>
        <pc:grpChg chg="add del">
          <ac:chgData name="Simbarashe Razemba" userId="5c463179ce96705d" providerId="LiveId" clId="{3B959800-3686-49A7-9DAD-07CD30FD74E4}" dt="2025-12-03T02:35:33.885" v="4593" actId="26606"/>
          <ac:grpSpMkLst>
            <pc:docMk/>
            <pc:sldMk cId="0" sldId="256"/>
            <ac:grpSpMk id="27" creationId="{B29A5F49-8CEE-44D2-A717-96965326A59B}"/>
          </ac:grpSpMkLst>
        </pc:grpChg>
        <pc:grpChg chg="add del">
          <ac:chgData name="Simbarashe Razemba" userId="5c463179ce96705d" providerId="LiveId" clId="{3B959800-3686-49A7-9DAD-07CD30FD74E4}" dt="2025-12-03T02:35:33.885" v="4593" actId="26606"/>
          <ac:grpSpMkLst>
            <pc:docMk/>
            <pc:sldMk cId="0" sldId="256"/>
            <ac:grpSpMk id="30" creationId="{43F5E015-E085-4624-B431-B42414448684}"/>
          </ac:grpSpMkLst>
        </pc:grpChg>
        <pc:grpChg chg="add del">
          <ac:chgData name="Simbarashe Razemba" userId="5c463179ce96705d" providerId="LiveId" clId="{3B959800-3686-49A7-9DAD-07CD30FD74E4}" dt="2025-12-03T03:02:04.254" v="4700" actId="26606"/>
          <ac:grpSpMkLst>
            <pc:docMk/>
            <pc:sldMk cId="0" sldId="256"/>
            <ac:grpSpMk id="70" creationId="{DAA26DFA-AAB2-4973-9C17-16D587C7B198}"/>
          </ac:grpSpMkLst>
        </pc:grpChg>
        <pc:grpChg chg="add del">
          <ac:chgData name="Simbarashe Razemba" userId="5c463179ce96705d" providerId="LiveId" clId="{3B959800-3686-49A7-9DAD-07CD30FD74E4}" dt="2025-12-03T02:53:56.116" v="4690" actId="26606"/>
          <ac:grpSpMkLst>
            <pc:docMk/>
            <pc:sldMk cId="0" sldId="256"/>
            <ac:grpSpMk id="77" creationId="{A21C871B-0AC3-4789-86F5-7739DD5824F3}"/>
          </ac:grpSpMkLst>
        </pc:grpChg>
        <pc:grpChg chg="add del">
          <ac:chgData name="Simbarashe Razemba" userId="5c463179ce96705d" providerId="LiveId" clId="{3B959800-3686-49A7-9DAD-07CD30FD74E4}" dt="2025-12-03T03:02:49.160" v="4706" actId="26606"/>
          <ac:grpSpMkLst>
            <pc:docMk/>
            <pc:sldMk cId="0" sldId="256"/>
            <ac:grpSpMk id="86" creationId="{3407C00E-E6E2-4994-8DA5-71DB9045B93A}"/>
          </ac:grpSpMkLst>
        </pc:grpChg>
        <pc:grpChg chg="add del">
          <ac:chgData name="Simbarashe Razemba" userId="5c463179ce96705d" providerId="LiveId" clId="{3B959800-3686-49A7-9DAD-07CD30FD74E4}" dt="2025-12-03T03:02:49.160" v="4706" actId="26606"/>
          <ac:grpSpMkLst>
            <pc:docMk/>
            <pc:sldMk cId="0" sldId="256"/>
            <ac:grpSpMk id="88" creationId="{43F5E015-E085-4624-B431-B42414448684}"/>
          </ac:grpSpMkLst>
        </pc:grpChg>
        <pc:grpChg chg="add">
          <ac:chgData name="Simbarashe Razemba" userId="5c463179ce96705d" providerId="LiveId" clId="{3B959800-3686-49A7-9DAD-07CD30FD74E4}" dt="2025-12-03T03:06:55.845" v="4713" actId="26606"/>
          <ac:grpSpMkLst>
            <pc:docMk/>
            <pc:sldMk cId="0" sldId="256"/>
            <ac:grpSpMk id="114" creationId="{DAA26DFA-AAB2-4973-9C17-16D587C7B198}"/>
          </ac:grpSpMkLst>
        </pc:grpChg>
        <pc:picChg chg="add del">
          <ac:chgData name="Simbarashe Razemba" userId="5c463179ce96705d" providerId="LiveId" clId="{3B959800-3686-49A7-9DAD-07CD30FD74E4}" dt="2025-12-03T02:35:16.646" v="4589" actId="26606"/>
          <ac:picMkLst>
            <pc:docMk/>
            <pc:sldMk cId="0" sldId="256"/>
            <ac:picMk id="36" creationId="{F86DC5D9-CCCD-4E1B-17AB-3E8FCFDD9128}"/>
          </ac:picMkLst>
        </pc:picChg>
        <pc:picChg chg="add del">
          <ac:chgData name="Simbarashe Razemba" userId="5c463179ce96705d" providerId="LiveId" clId="{3B959800-3686-49A7-9DAD-07CD30FD74E4}" dt="2025-12-03T02:35:31.503" v="4591" actId="26606"/>
          <ac:picMkLst>
            <pc:docMk/>
            <pc:sldMk cId="0" sldId="256"/>
            <ac:picMk id="45" creationId="{65257314-964C-E639-FBB9-1DF54A099FD8}"/>
          </ac:picMkLst>
        </pc:picChg>
        <pc:cxnChg chg="add del">
          <ac:chgData name="Simbarashe Razemba" userId="5c463179ce96705d" providerId="LiveId" clId="{3B959800-3686-49A7-9DAD-07CD30FD74E4}" dt="2025-12-03T02:53:56.116" v="4690" actId="26606"/>
          <ac:cxnSpMkLst>
            <pc:docMk/>
            <pc:sldMk cId="0" sldId="256"/>
            <ac:cxnSpMk id="73" creationId="{DED30818-B638-4525-8D35-242C01B4C8D1}"/>
          </ac:cxnSpMkLst>
        </pc:cxnChg>
      </pc:sldChg>
      <pc:sldChg chg="addSp delSp modSp mod setBg delDesignElem">
        <pc:chgData name="Simbarashe Razemba" userId="5c463179ce96705d" providerId="LiveId" clId="{3B959800-3686-49A7-9DAD-07CD30FD74E4}" dt="2025-12-03T03:40:14.961" v="4855"/>
        <pc:sldMkLst>
          <pc:docMk/>
          <pc:sldMk cId="0" sldId="257"/>
        </pc:sldMkLst>
        <pc:spChg chg="mod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Simbarashe Razemba" userId="5c463179ce96705d" providerId="LiveId" clId="{3B959800-3686-49A7-9DAD-07CD30FD74E4}" dt="2025-12-03T02:36:27.330" v="4607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Simbarashe Razemba" userId="5c463179ce96705d" providerId="LiveId" clId="{3B959800-3686-49A7-9DAD-07CD30FD74E4}" dt="2025-12-03T01:44:50.969" v="4316"/>
          <ac:spMkLst>
            <pc:docMk/>
            <pc:sldMk cId="0" sldId="257"/>
            <ac:spMk id="4" creationId="{C0A85E97-3766-565E-06DE-6538DBA590AF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8" creationId="{09588DA8-065E-4F6F-8EFD-43104AB2E0CF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10" creationId="{C4285719-470E-454C-AF62-8323075F1F5B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12" creationId="{CD9FE4EF-C4D8-49A0-B2FF-81D8DB7D8A24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14" creationId="{4300840D-0A0B-4512-BACA-B439D5B9C57C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16" creationId="{D2B78728-A580-49A7-84F9-6EF6F583ADE0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18" creationId="{38FAA1A1-D861-433F-88FA-1E9D6FD31D11}"/>
          </ac:spMkLst>
        </pc:spChg>
        <pc:spChg chg="add del">
          <ac:chgData name="Simbarashe Razemba" userId="5c463179ce96705d" providerId="LiveId" clId="{3B959800-3686-49A7-9DAD-07CD30FD74E4}" dt="2025-12-03T02:35:59.176" v="4596" actId="26606"/>
          <ac:spMkLst>
            <pc:docMk/>
            <pc:sldMk cId="0" sldId="257"/>
            <ac:spMk id="20" creationId="{8D71EDA1-87BF-4D5D-AB79-F346FD19278A}"/>
          </ac:spMkLst>
        </pc:spChg>
        <pc:spChg chg="add del">
          <ac:chgData name="Simbarashe Razemba" userId="5c463179ce96705d" providerId="LiveId" clId="{3B959800-3686-49A7-9DAD-07CD30FD74E4}" dt="2025-12-03T02:36:06.877" v="4598" actId="26606"/>
          <ac:spMkLst>
            <pc:docMk/>
            <pc:sldMk cId="0" sldId="257"/>
            <ac:spMk id="22" creationId="{907EF6B7-1338-4443-8C46-6A318D952DFD}"/>
          </ac:spMkLst>
        </pc:spChg>
        <pc:spChg chg="add del">
          <ac:chgData name="Simbarashe Razemba" userId="5c463179ce96705d" providerId="LiveId" clId="{3B959800-3686-49A7-9DAD-07CD30FD74E4}" dt="2025-12-03T02:36:06.877" v="4598" actId="26606"/>
          <ac:spMkLst>
            <pc:docMk/>
            <pc:sldMk cId="0" sldId="257"/>
            <ac:spMk id="23" creationId="{DAAE4CDD-124C-4DCF-9584-B6033B545DD5}"/>
          </ac:spMkLst>
        </pc:spChg>
        <pc:spChg chg="add del">
          <ac:chgData name="Simbarashe Razemba" userId="5c463179ce96705d" providerId="LiveId" clId="{3B959800-3686-49A7-9DAD-07CD30FD74E4}" dt="2025-12-03T02:36:06.877" v="4598" actId="26606"/>
          <ac:spMkLst>
            <pc:docMk/>
            <pc:sldMk cId="0" sldId="257"/>
            <ac:spMk id="24" creationId="{081E4A58-353D-44AE-B2FC-2A74E2E400F7}"/>
          </ac:spMkLst>
        </pc:spChg>
        <pc:spChg chg="add del">
          <ac:chgData name="Simbarashe Razemba" userId="5c463179ce96705d" providerId="LiveId" clId="{3B959800-3686-49A7-9DAD-07CD30FD74E4}" dt="2025-12-03T02:36:09.178" v="4600" actId="26606"/>
          <ac:spMkLst>
            <pc:docMk/>
            <pc:sldMk cId="0" sldId="257"/>
            <ac:spMk id="26" creationId="{E51BA4DF-2BD4-4EC2-B1DB-B27C8AC71864}"/>
          </ac:spMkLst>
        </pc:spChg>
        <pc:spChg chg="add del">
          <ac:chgData name="Simbarashe Razemba" userId="5c463179ce96705d" providerId="LiveId" clId="{3B959800-3686-49A7-9DAD-07CD30FD74E4}" dt="2025-12-03T02:36:13.427" v="4602" actId="26606"/>
          <ac:spMkLst>
            <pc:docMk/>
            <pc:sldMk cId="0" sldId="257"/>
            <ac:spMk id="28" creationId="{389575E1-3389-451A-A5F7-27854C25C599}"/>
          </ac:spMkLst>
        </pc:spChg>
        <pc:spChg chg="add del">
          <ac:chgData name="Simbarashe Razemba" userId="5c463179ce96705d" providerId="LiveId" clId="{3B959800-3686-49A7-9DAD-07CD30FD74E4}" dt="2025-12-03T02:36:13.427" v="4602" actId="26606"/>
          <ac:spMkLst>
            <pc:docMk/>
            <pc:sldMk cId="0" sldId="257"/>
            <ac:spMk id="29" creationId="{A53CCC5C-D88E-40FB-B30B-23DCDBD01D37}"/>
          </ac:spMkLst>
        </pc:spChg>
        <pc:spChg chg="add del">
          <ac:chgData name="Simbarashe Razemba" userId="5c463179ce96705d" providerId="LiveId" clId="{3B959800-3686-49A7-9DAD-07CD30FD74E4}" dt="2025-12-03T02:36:13.427" v="4602" actId="26606"/>
          <ac:spMkLst>
            <pc:docMk/>
            <pc:sldMk cId="0" sldId="257"/>
            <ac:spMk id="30" creationId="{081E4A58-353D-44AE-B2FC-2A74E2E400F7}"/>
          </ac:spMkLst>
        </pc:spChg>
        <pc:spChg chg="add del">
          <ac:chgData name="Simbarashe Razemba" userId="5c463179ce96705d" providerId="LiveId" clId="{3B959800-3686-49A7-9DAD-07CD30FD74E4}" dt="2025-12-03T02:36:13.427" v="4602" actId="26606"/>
          <ac:spMkLst>
            <pc:docMk/>
            <pc:sldMk cId="0" sldId="257"/>
            <ac:spMk id="31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2:36:19.392" v="4604" actId="26606"/>
          <ac:spMkLst>
            <pc:docMk/>
            <pc:sldMk cId="0" sldId="257"/>
            <ac:spMk id="33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2:36:19.392" v="4604" actId="26606"/>
          <ac:spMkLst>
            <pc:docMk/>
            <pc:sldMk cId="0" sldId="257"/>
            <ac:spMk id="34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2:36:19.392" v="4604" actId="26606"/>
          <ac:spMkLst>
            <pc:docMk/>
            <pc:sldMk cId="0" sldId="257"/>
            <ac:spMk id="35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2:36:19.392" v="4604" actId="26606"/>
          <ac:spMkLst>
            <pc:docMk/>
            <pc:sldMk cId="0" sldId="257"/>
            <ac:spMk id="36" creationId="{FA23A907-97FB-4A8F-880A-DD77401C4296}"/>
          </ac:spMkLst>
        </pc:spChg>
        <pc:spChg chg="add del">
          <ac:chgData name="Simbarashe Razemba" userId="5c463179ce96705d" providerId="LiveId" clId="{3B959800-3686-49A7-9DAD-07CD30FD74E4}" dt="2025-12-03T02:36:19.392" v="4604" actId="26606"/>
          <ac:spMkLst>
            <pc:docMk/>
            <pc:sldMk cId="0" sldId="257"/>
            <ac:spMk id="37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39" creationId="{F837543A-6020-4505-A233-C9DB4BF74011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0" creationId="{35B16301-FB18-48BA-A6DD-C37CAF6F9A18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1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2" creationId="{C3C0D90E-074A-4F52-9B11-B52BEF4BCBE5}"/>
          </ac:spMkLst>
        </pc:spChg>
        <pc:spChg chg="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3" creationId="{CABBD4C1-E6F8-46F6-8152-A8A97490BF4D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4" creationId="{83BA5EF5-1FE9-4BF9-83BB-269BCDDF6156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6" creationId="{88853921-7BC9-4BDE-ACAB-133C683C82D6}"/>
          </ac:spMkLst>
        </pc:spChg>
        <pc:spChg chg="add del">
          <ac:chgData name="Simbarashe Razemba" userId="5c463179ce96705d" providerId="LiveId" clId="{3B959800-3686-49A7-9DAD-07CD30FD74E4}" dt="2025-12-03T02:36:27.314" v="4606" actId="26606"/>
          <ac:spMkLst>
            <pc:docMk/>
            <pc:sldMk cId="0" sldId="257"/>
            <ac:spMk id="47" creationId="{09192968-3AE7-4470-A61C-97294BB92731}"/>
          </ac:spMkLst>
        </pc:spChg>
        <pc:spChg chg="add">
          <ac:chgData name="Simbarashe Razemba" userId="5c463179ce96705d" providerId="LiveId" clId="{3B959800-3686-49A7-9DAD-07CD30FD74E4}" dt="2025-12-03T02:36:19.394" v="4605" actId="26606"/>
          <ac:spMkLst>
            <pc:docMk/>
            <pc:sldMk cId="0" sldId="257"/>
            <ac:spMk id="48" creationId="{3AB72E55-43E4-4356-BFE8-E2102CB0B505}"/>
          </ac:spMkLst>
        </pc:spChg>
        <pc:spChg chg="add del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50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51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52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53" creationId="{FA23A907-97FB-4A8F-880A-DD77401C4296}"/>
          </ac:spMkLst>
        </pc:spChg>
        <pc:spChg chg="add mod">
          <ac:chgData name="Simbarashe Razemba" userId="5c463179ce96705d" providerId="LiveId" clId="{3B959800-3686-49A7-9DAD-07CD30FD74E4}" dt="2025-12-03T03:07:38.856" v="4726" actId="403"/>
          <ac:spMkLst>
            <pc:docMk/>
            <pc:sldMk cId="0" sldId="257"/>
            <ac:spMk id="54" creationId="{00000000-0000-0000-0000-000000000000}"/>
          </ac:spMkLst>
        </pc:spChg>
        <pc:spChg chg="add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59" creationId="{18873D23-2DCF-4B31-A009-95721C06E8E1}"/>
          </ac:spMkLst>
        </pc:spChg>
        <pc:spChg chg="add">
          <ac:chgData name="Simbarashe Razemba" userId="5c463179ce96705d" providerId="LiveId" clId="{3B959800-3686-49A7-9DAD-07CD30FD74E4}" dt="2025-12-03T03:07:32.756" v="4725" actId="26606"/>
          <ac:spMkLst>
            <pc:docMk/>
            <pc:sldMk cId="0" sldId="257"/>
            <ac:spMk id="61" creationId="{C13EF075-D4EF-4929-ADBC-91B27DA19955}"/>
          </ac:spMkLst>
        </pc:spChg>
        <pc:grpChg chg="add">
          <ac:chgData name="Simbarashe Razemba" userId="5c463179ce96705d" providerId="LiveId" clId="{3B959800-3686-49A7-9DAD-07CD30FD74E4}" dt="2025-12-03T03:07:32.756" v="4725" actId="26606"/>
          <ac:grpSpMkLst>
            <pc:docMk/>
            <pc:sldMk cId="0" sldId="257"/>
            <ac:grpSpMk id="63" creationId="{DAA26DFA-AAB2-4973-9C17-16D587C7B198}"/>
          </ac:grpSpMkLst>
        </pc:grpChg>
        <pc:graphicFrameChg chg="add del">
          <ac:chgData name="Simbarashe Razemba" userId="5c463179ce96705d" providerId="LiveId" clId="{3B959800-3686-49A7-9DAD-07CD30FD74E4}" dt="2025-12-03T02:36:09.178" v="4600" actId="26606"/>
          <ac:graphicFrameMkLst>
            <pc:docMk/>
            <pc:sldMk cId="0" sldId="257"/>
            <ac:graphicFrameMk id="5" creationId="{D3166700-5720-FDA3-B482-92E79A8E68C6}"/>
          </ac:graphicFrameMkLst>
        </pc:graphicFrameChg>
        <pc:picChg chg="add del">
          <ac:chgData name="Simbarashe Razemba" userId="5c463179ce96705d" providerId="LiveId" clId="{3B959800-3686-49A7-9DAD-07CD30FD74E4}" dt="2025-12-03T02:36:09.178" v="4600" actId="26606"/>
          <ac:picMkLst>
            <pc:docMk/>
            <pc:sldMk cId="0" sldId="257"/>
            <ac:picMk id="6" creationId="{827B6743-906D-9E1D-90E3-00E0598BD0D2}"/>
          </ac:picMkLst>
        </pc:picChg>
      </pc:sldChg>
      <pc:sldChg chg="addSp delSp modSp mod setBg delDesignElem">
        <pc:chgData name="Simbarashe Razemba" userId="5c463179ce96705d" providerId="LiveId" clId="{3B959800-3686-49A7-9DAD-07CD30FD74E4}" dt="2025-12-03T03:40:14.961" v="4855"/>
        <pc:sldMkLst>
          <pc:docMk/>
          <pc:sldMk cId="0" sldId="258"/>
        </pc:sldMkLst>
        <pc:spChg chg="mod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imbarashe Razemba" userId="5c463179ce96705d" providerId="LiveId" clId="{3B959800-3686-49A7-9DAD-07CD30FD74E4}" dt="2025-12-03T03:08:43.643" v="4733" actId="403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8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10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12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14" creationId="{FA23A907-97FB-4A8F-880A-DD77401C4296}"/>
          </ac:spMkLst>
        </pc:spChg>
        <pc:spChg chg="add del">
          <ac:chgData name="Simbarashe Razemba" userId="5c463179ce96705d" providerId="LiveId" clId="{3B959800-3686-49A7-9DAD-07CD30FD74E4}" dt="2025-12-03T03:07:55.601" v="4728" actId="26606"/>
          <ac:spMkLst>
            <pc:docMk/>
            <pc:sldMk cId="0" sldId="258"/>
            <ac:spMk id="19" creationId="{18873D23-2DCF-4B31-A009-95721C06E8E1}"/>
          </ac:spMkLst>
        </pc:spChg>
        <pc:spChg chg="add del">
          <ac:chgData name="Simbarashe Razemba" userId="5c463179ce96705d" providerId="LiveId" clId="{3B959800-3686-49A7-9DAD-07CD30FD74E4}" dt="2025-12-03T03:07:55.601" v="4728" actId="26606"/>
          <ac:spMkLst>
            <pc:docMk/>
            <pc:sldMk cId="0" sldId="258"/>
            <ac:spMk id="21" creationId="{C13EF075-D4EF-4929-ADBC-91B27DA19955}"/>
          </ac:spMkLst>
        </pc:spChg>
        <pc:spChg chg="add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29" creationId="{87BF42CA-AD55-48B4-8949-C4DCA60A6AEE}"/>
          </ac:spMkLst>
        </pc:spChg>
        <pc:spChg chg="add">
          <ac:chgData name="Simbarashe Razemba" userId="5c463179ce96705d" providerId="LiveId" clId="{3B959800-3686-49A7-9DAD-07CD30FD74E4}" dt="2025-12-03T03:07:55.625" v="4729" actId="26606"/>
          <ac:spMkLst>
            <pc:docMk/>
            <pc:sldMk cId="0" sldId="258"/>
            <ac:spMk id="30" creationId="{66AE1D3D-3106-4CB2-AA7C-0C1642AC0F2E}"/>
          </ac:spMkLst>
        </pc:spChg>
        <pc:grpChg chg="add del">
          <ac:chgData name="Simbarashe Razemba" userId="5c463179ce96705d" providerId="LiveId" clId="{3B959800-3686-49A7-9DAD-07CD30FD74E4}" dt="2025-12-03T03:07:55.601" v="4728" actId="26606"/>
          <ac:grpSpMkLst>
            <pc:docMk/>
            <pc:sldMk cId="0" sldId="258"/>
            <ac:grpSpMk id="23" creationId="{DAA26DFA-AAB2-4973-9C17-16D587C7B198}"/>
          </ac:grpSpMkLst>
        </pc:grpChg>
        <pc:grpChg chg="add">
          <ac:chgData name="Simbarashe Razemba" userId="5c463179ce96705d" providerId="LiveId" clId="{3B959800-3686-49A7-9DAD-07CD30FD74E4}" dt="2025-12-03T03:07:55.625" v="4729" actId="26606"/>
          <ac:grpSpMkLst>
            <pc:docMk/>
            <pc:sldMk cId="0" sldId="258"/>
            <ac:grpSpMk id="31" creationId="{0A31B6AF-B711-4CDB-8C2B-16E963DDC4C5}"/>
          </ac:grpSpMkLst>
        </pc:grpChg>
      </pc:sldChg>
      <pc:sldChg chg="addSp delSp modSp mod setBg delDesignElem">
        <pc:chgData name="Simbarashe Razemba" userId="5c463179ce96705d" providerId="LiveId" clId="{3B959800-3686-49A7-9DAD-07CD30FD74E4}" dt="2025-12-03T03:40:14.961" v="4855"/>
        <pc:sldMkLst>
          <pc:docMk/>
          <pc:sldMk cId="0" sldId="259"/>
        </pc:sldMkLst>
        <pc:spChg chg="mod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imbarashe Razemba" userId="5c463179ce96705d" providerId="LiveId" clId="{3B959800-3686-49A7-9DAD-07CD30FD74E4}" dt="2025-12-03T03:08:35.944" v="4732" actId="403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8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10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12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14" creationId="{FA23A907-97FB-4A8F-880A-DD77401C4296}"/>
          </ac:spMkLst>
        </pc:spChg>
        <pc:spChg chg="add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19" creationId="{87BF42CA-AD55-48B4-8949-C4DCA60A6AEE}"/>
          </ac:spMkLst>
        </pc:spChg>
        <pc:spChg chg="add">
          <ac:chgData name="Simbarashe Razemba" userId="5c463179ce96705d" providerId="LiveId" clId="{3B959800-3686-49A7-9DAD-07CD30FD74E4}" dt="2025-12-03T03:08:13.819" v="4730" actId="26606"/>
          <ac:spMkLst>
            <pc:docMk/>
            <pc:sldMk cId="0" sldId="259"/>
            <ac:spMk id="21" creationId="{66AE1D3D-3106-4CB2-AA7C-0C1642AC0F2E}"/>
          </ac:spMkLst>
        </pc:spChg>
        <pc:grpChg chg="add">
          <ac:chgData name="Simbarashe Razemba" userId="5c463179ce96705d" providerId="LiveId" clId="{3B959800-3686-49A7-9DAD-07CD30FD74E4}" dt="2025-12-03T03:08:13.819" v="4730" actId="26606"/>
          <ac:grpSpMkLst>
            <pc:docMk/>
            <pc:sldMk cId="0" sldId="259"/>
            <ac:grpSpMk id="23" creationId="{0A31B6AF-B711-4CDB-8C2B-16E963DDC4C5}"/>
          </ac:grpSpMkLst>
        </pc:grpChg>
      </pc:sldChg>
      <pc:sldChg chg="addSp delSp modSp mod setBg delDesignElem">
        <pc:chgData name="Simbarashe Razemba" userId="5c463179ce96705d" providerId="LiveId" clId="{3B959800-3686-49A7-9DAD-07CD30FD74E4}" dt="2025-12-03T03:40:14.961" v="4855"/>
        <pc:sldMkLst>
          <pc:docMk/>
          <pc:sldMk cId="0" sldId="260"/>
        </pc:sldMkLst>
        <pc:spChg chg="mod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Simbarashe Razemba" userId="5c463179ce96705d" providerId="LiveId" clId="{3B959800-3686-49A7-9DAD-07CD30FD74E4}" dt="2025-12-03T03:08:59.446" v="4734" actId="403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8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10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12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14" creationId="{FA23A907-97FB-4A8F-880A-DD77401C4296}"/>
          </ac:spMkLst>
        </pc:spChg>
        <pc:spChg chg="add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19" creationId="{18873D23-2DCF-4B31-A009-95721C06E8E1}"/>
          </ac:spMkLst>
        </pc:spChg>
        <pc:spChg chg="add">
          <ac:chgData name="Simbarashe Razemba" userId="5c463179ce96705d" providerId="LiveId" clId="{3B959800-3686-49A7-9DAD-07CD30FD74E4}" dt="2025-12-03T03:08:25.635" v="4731" actId="26606"/>
          <ac:spMkLst>
            <pc:docMk/>
            <pc:sldMk cId="0" sldId="260"/>
            <ac:spMk id="21" creationId="{C13EF075-D4EF-4929-ADBC-91B27DA19955}"/>
          </ac:spMkLst>
        </pc:spChg>
        <pc:grpChg chg="add">
          <ac:chgData name="Simbarashe Razemba" userId="5c463179ce96705d" providerId="LiveId" clId="{3B959800-3686-49A7-9DAD-07CD30FD74E4}" dt="2025-12-03T03:08:25.635" v="4731" actId="26606"/>
          <ac:grpSpMkLst>
            <pc:docMk/>
            <pc:sldMk cId="0" sldId="260"/>
            <ac:grpSpMk id="23" creationId="{DAA26DFA-AAB2-4973-9C17-16D587C7B198}"/>
          </ac:grpSpMkLst>
        </pc:grpChg>
      </pc:sldChg>
      <pc:sldChg chg="addSp delSp modSp mod modNotesTx">
        <pc:chgData name="Simbarashe Razemba" userId="5c463179ce96705d" providerId="LiveId" clId="{3B959800-3686-49A7-9DAD-07CD30FD74E4}" dt="2025-12-04T13:53:35.253" v="4959" actId="20577"/>
        <pc:sldMkLst>
          <pc:docMk/>
          <pc:sldMk cId="0" sldId="261"/>
        </pc:sldMkLst>
        <pc:spChg chg="mod">
          <ac:chgData name="Simbarashe Razemba" userId="5c463179ce96705d" providerId="LiveId" clId="{3B959800-3686-49A7-9DAD-07CD30FD74E4}" dt="2025-12-03T02:52:52.152" v="468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Simbarashe Razemba" userId="5c463179ce96705d" providerId="LiveId" clId="{3B959800-3686-49A7-9DAD-07CD30FD74E4}" dt="2025-12-03T01:51:44.843" v="4396" actId="20577"/>
          <ac:spMkLst>
            <pc:docMk/>
            <pc:sldMk cId="0" sldId="261"/>
            <ac:spMk id="8" creationId="{82D317A5-2513-914E-B25A-2256265B4B55}"/>
          </ac:spMkLst>
        </pc:spChg>
        <pc:picChg chg="add mod">
          <ac:chgData name="Simbarashe Razemba" userId="5c463179ce96705d" providerId="LiveId" clId="{3B959800-3686-49A7-9DAD-07CD30FD74E4}" dt="2025-12-03T01:50:55.259" v="4365"/>
          <ac:picMkLst>
            <pc:docMk/>
            <pc:sldMk cId="0" sldId="261"/>
            <ac:picMk id="3" creationId="{5B5D03C5-F1D2-BBE9-2A52-4F630EC6487C}"/>
          </ac:picMkLst>
        </pc:picChg>
        <pc:picChg chg="add mod">
          <ac:chgData name="Simbarashe Razemba" userId="5c463179ce96705d" providerId="LiveId" clId="{3B959800-3686-49A7-9DAD-07CD30FD74E4}" dt="2025-12-03T01:51:04.653" v="4369" actId="1076"/>
          <ac:picMkLst>
            <pc:docMk/>
            <pc:sldMk cId="0" sldId="261"/>
            <ac:picMk id="4" creationId="{A2694D30-C7F7-C890-B6B1-043A0B247B32}"/>
          </ac:picMkLst>
        </pc:picChg>
        <pc:picChg chg="add mod ord">
          <ac:chgData name="Simbarashe Razemba" userId="5c463179ce96705d" providerId="LiveId" clId="{3B959800-3686-49A7-9DAD-07CD30FD74E4}" dt="2025-12-01T23:58:59.776" v="1314" actId="1076"/>
          <ac:picMkLst>
            <pc:docMk/>
            <pc:sldMk cId="0" sldId="261"/>
            <ac:picMk id="7" creationId="{5B1A3866-8911-E57C-473D-7CF80CEE7D95}"/>
          </ac:picMkLst>
        </pc:picChg>
        <pc:picChg chg="add del mod">
          <ac:chgData name="Simbarashe Razemba" userId="5c463179ce96705d" providerId="LiveId" clId="{3B959800-3686-49A7-9DAD-07CD30FD74E4}" dt="2025-12-03T01:50:51.553" v="4363" actId="21"/>
          <ac:picMkLst>
            <pc:docMk/>
            <pc:sldMk cId="0" sldId="261"/>
            <ac:picMk id="10" creationId="{5B5D03C5-F1D2-BBE9-2A52-4F630EC6487C}"/>
          </ac:picMkLst>
        </pc:picChg>
      </pc:sldChg>
      <pc:sldChg chg="addSp delSp modSp mod setBg modClrScheme chgLayout modNotesTx">
        <pc:chgData name="Simbarashe Razemba" userId="5c463179ce96705d" providerId="LiveId" clId="{3B959800-3686-49A7-9DAD-07CD30FD74E4}" dt="2025-12-04T14:29:05.461" v="5210" actId="20577"/>
        <pc:sldMkLst>
          <pc:docMk/>
          <pc:sldMk cId="0" sldId="262"/>
        </pc:sldMkLst>
        <pc:spChg chg="mod ord">
          <ac:chgData name="Simbarashe Razemba" userId="5c463179ce96705d" providerId="LiveId" clId="{3B959800-3686-49A7-9DAD-07CD30FD74E4}" dt="2025-12-03T03:10:45.396" v="4744" actId="26606"/>
          <ac:spMkLst>
            <pc:docMk/>
            <pc:sldMk cId="0" sldId="262"/>
            <ac:spMk id="2" creationId="{00000000-0000-0000-0000-000000000000}"/>
          </ac:spMkLst>
        </pc:spChg>
        <pc:spChg chg="add mod ord">
          <ac:chgData name="Simbarashe Razemba" userId="5c463179ce96705d" providerId="LiveId" clId="{3B959800-3686-49A7-9DAD-07CD30FD74E4}" dt="2025-12-03T03:10:45.396" v="4744" actId="26606"/>
          <ac:spMkLst>
            <pc:docMk/>
            <pc:sldMk cId="0" sldId="262"/>
            <ac:spMk id="6" creationId="{81AB2F6A-E14E-5CBA-7447-83AD1E1983B0}"/>
          </ac:spMkLst>
        </pc:spChg>
        <pc:spChg chg="add del">
          <ac:chgData name="Simbarashe Razemba" userId="5c463179ce96705d" providerId="LiveId" clId="{3B959800-3686-49A7-9DAD-07CD30FD74E4}" dt="2025-12-03T03:10:45.396" v="4744" actId="26606"/>
          <ac:spMkLst>
            <pc:docMk/>
            <pc:sldMk cId="0" sldId="262"/>
            <ac:spMk id="8" creationId="{1E020063-2385-44AC-BD67-258E1F0B9FCE}"/>
          </ac:spMkLst>
        </pc:spChg>
        <pc:spChg chg="add del">
          <ac:chgData name="Simbarashe Razemba" userId="5c463179ce96705d" providerId="LiveId" clId="{3B959800-3686-49A7-9DAD-07CD30FD74E4}" dt="2025-12-03T03:10:45.396" v="4744" actId="26606"/>
          <ac:spMkLst>
            <pc:docMk/>
            <pc:sldMk cId="0" sldId="262"/>
            <ac:spMk id="13" creationId="{7E014A0B-5338-4077-AFE9-A90D04D4492B}"/>
          </ac:spMkLst>
        </pc:spChg>
        <pc:grpChg chg="add del">
          <ac:chgData name="Simbarashe Razemba" userId="5c463179ce96705d" providerId="LiveId" clId="{3B959800-3686-49A7-9DAD-07CD30FD74E4}" dt="2025-12-03T02:39:43.508" v="4650" actId="26606"/>
          <ac:grpSpMkLst>
            <pc:docMk/>
            <pc:sldMk cId="0" sldId="262"/>
            <ac:grpSpMk id="11" creationId="{1FD67D68-9B83-C338-8342-3348D8F22347}"/>
          </ac:grpSpMkLst>
        </pc:grpChg>
        <pc:grpChg chg="add del">
          <ac:chgData name="Simbarashe Razemba" userId="5c463179ce96705d" providerId="LiveId" clId="{3B959800-3686-49A7-9DAD-07CD30FD74E4}" dt="2025-12-03T03:10:45.396" v="4744" actId="26606"/>
          <ac:grpSpMkLst>
            <pc:docMk/>
            <pc:sldMk cId="0" sldId="262"/>
            <ac:grpSpMk id="15" creationId="{78127680-150F-4A90-9950-F66392578116}"/>
          </ac:grpSpMkLst>
        </pc:grpChg>
        <pc:grpChg chg="add del">
          <ac:chgData name="Simbarashe Razemba" userId="5c463179ce96705d" providerId="LiveId" clId="{3B959800-3686-49A7-9DAD-07CD30FD74E4}" dt="2025-12-03T03:10:45.396" v="4744" actId="26606"/>
          <ac:grpSpMkLst>
            <pc:docMk/>
            <pc:sldMk cId="0" sldId="262"/>
            <ac:grpSpMk id="21" creationId="{466920E5-8640-4C24-A775-8647637094A7}"/>
          </ac:grpSpMkLst>
        </pc:grpChg>
        <pc:picChg chg="add mod ord">
          <ac:chgData name="Simbarashe Razemba" userId="5c463179ce96705d" providerId="LiveId" clId="{3B959800-3686-49A7-9DAD-07CD30FD74E4}" dt="2025-12-03T03:10:45.396" v="4744" actId="26606"/>
          <ac:picMkLst>
            <pc:docMk/>
            <pc:sldMk cId="0" sldId="262"/>
            <ac:picMk id="5" creationId="{F3BC1AE7-7993-3BD3-FE98-D5B380D0FAB0}"/>
          </ac:picMkLst>
        </pc:picChg>
      </pc:sldChg>
      <pc:sldChg chg="addSp delSp modSp mod setBg modClrScheme chgLayout modNotesTx">
        <pc:chgData name="Simbarashe Razemba" userId="5c463179ce96705d" providerId="LiveId" clId="{3B959800-3686-49A7-9DAD-07CD30FD74E4}" dt="2025-12-04T15:10:54.985" v="5252" actId="26606"/>
        <pc:sldMkLst>
          <pc:docMk/>
          <pc:sldMk cId="0" sldId="263"/>
        </pc:sldMkLst>
        <pc:spChg chg="mod ord">
          <ac:chgData name="Simbarashe Razemba" userId="5c463179ce96705d" providerId="LiveId" clId="{3B959800-3686-49A7-9DAD-07CD30FD74E4}" dt="2025-12-04T15:10:54.985" v="5252" actId="26606"/>
          <ac:spMkLst>
            <pc:docMk/>
            <pc:sldMk cId="0" sldId="263"/>
            <ac:spMk id="2" creationId="{00000000-0000-0000-0000-000000000000}"/>
          </ac:spMkLst>
        </pc:spChg>
        <pc:spChg chg="add">
          <ac:chgData name="Simbarashe Razemba" userId="5c463179ce96705d" providerId="LiveId" clId="{3B959800-3686-49A7-9DAD-07CD30FD74E4}" dt="2025-12-03T01:54:37.583" v="4463"/>
          <ac:spMkLst>
            <pc:docMk/>
            <pc:sldMk cId="0" sldId="263"/>
            <ac:spMk id="3" creationId="{02A2A1B3-CF09-DAFB-35DB-E50547D82D4B}"/>
          </ac:spMkLst>
        </pc:spChg>
        <pc:spChg chg="add mod ord">
          <ac:chgData name="Simbarashe Razemba" userId="5c463179ce96705d" providerId="LiveId" clId="{3B959800-3686-49A7-9DAD-07CD30FD74E4}" dt="2025-12-04T15:10:54.985" v="5252" actId="26606"/>
          <ac:spMkLst>
            <pc:docMk/>
            <pc:sldMk cId="0" sldId="263"/>
            <ac:spMk id="5" creationId="{C42F2303-43B2-15EA-0B21-525D66A97852}"/>
          </ac:spMkLst>
        </pc:spChg>
        <pc:spChg chg="add del">
          <ac:chgData name="Simbarashe Razemba" userId="5c463179ce96705d" providerId="LiveId" clId="{3B959800-3686-49A7-9DAD-07CD30FD74E4}" dt="2025-12-04T15:10:54.985" v="5252" actId="26606"/>
          <ac:spMkLst>
            <pc:docMk/>
            <pc:sldMk cId="0" sldId="263"/>
            <ac:spMk id="16" creationId="{743AA782-23D1-4521-8CAD-47662984AA08}"/>
          </ac:spMkLst>
        </pc:spChg>
        <pc:spChg chg="add del">
          <ac:chgData name="Simbarashe Razemba" userId="5c463179ce96705d" providerId="LiveId" clId="{3B959800-3686-49A7-9DAD-07CD30FD74E4}" dt="2025-12-04T15:10:54.985" v="5252" actId="26606"/>
          <ac:spMkLst>
            <pc:docMk/>
            <pc:sldMk cId="0" sldId="263"/>
            <ac:spMk id="18" creationId="{71877DBC-BB60-40F0-AC93-2ACDBAAE60CE}"/>
          </ac:spMkLst>
        </pc:spChg>
        <pc:grpChg chg="add del">
          <ac:chgData name="Simbarashe Razemba" userId="5c463179ce96705d" providerId="LiveId" clId="{3B959800-3686-49A7-9DAD-07CD30FD74E4}" dt="2025-12-04T15:10:54.985" v="5252" actId="26606"/>
          <ac:grpSpMkLst>
            <pc:docMk/>
            <pc:sldMk cId="0" sldId="263"/>
            <ac:grpSpMk id="23" creationId="{C54A2A4D-19EF-3552-F383-6AD9587C8AFC}"/>
          </ac:grpSpMkLst>
        </pc:grpChg>
        <pc:picChg chg="add mod ord">
          <ac:chgData name="Simbarashe Razemba" userId="5c463179ce96705d" providerId="LiveId" clId="{3B959800-3686-49A7-9DAD-07CD30FD74E4}" dt="2025-12-04T15:10:54.985" v="5252" actId="26606"/>
          <ac:picMkLst>
            <pc:docMk/>
            <pc:sldMk cId="0" sldId="263"/>
            <ac:picMk id="11" creationId="{B1A442CE-1FC1-D820-A69D-991C5D909C49}"/>
          </ac:picMkLst>
        </pc:picChg>
      </pc:sldChg>
      <pc:sldChg chg="addSp delSp modSp mod setBg delDesignElem">
        <pc:chgData name="Simbarashe Razemba" userId="5c463179ce96705d" providerId="LiveId" clId="{3B959800-3686-49A7-9DAD-07CD30FD74E4}" dt="2025-12-04T13:55:46.348" v="4961" actId="20577"/>
        <pc:sldMkLst>
          <pc:docMk/>
          <pc:sldMk cId="0" sldId="264"/>
        </pc:sldMkLst>
        <pc:spChg chg="mod">
          <ac:chgData name="Simbarashe Razemba" userId="5c463179ce96705d" providerId="LiveId" clId="{3B959800-3686-49A7-9DAD-07CD30FD74E4}" dt="2025-12-03T02:52:52.152" v="4687"/>
          <ac:spMkLst>
            <pc:docMk/>
            <pc:sldMk cId="0" sldId="264"/>
            <ac:spMk id="2" creationId="{00000000-0000-0000-0000-000000000000}"/>
          </ac:spMkLst>
        </pc:spChg>
        <pc:spChg chg="add mod ord">
          <ac:chgData name="Simbarashe Razemba" userId="5c463179ce96705d" providerId="LiveId" clId="{3B959800-3686-49A7-9DAD-07CD30FD74E4}" dt="2025-12-04T13:55:46.348" v="4961" actId="20577"/>
          <ac:spMkLst>
            <pc:docMk/>
            <pc:sldMk cId="0" sldId="264"/>
            <ac:spMk id="6" creationId="{F574C483-CE4C-639B-10C6-3651256E44DA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0" sldId="264"/>
            <ac:spMk id="39" creationId="{743AA782-23D1-4521-8CAD-47662984AA08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0" sldId="264"/>
            <ac:spMk id="41" creationId="{650D18FE-0824-4A46-B22C-A86B52E5780A}"/>
          </ac:spMkLst>
        </pc:spChg>
        <pc:picChg chg="add mod ord">
          <ac:chgData name="Simbarashe Razemba" userId="5c463179ce96705d" providerId="LiveId" clId="{3B959800-3686-49A7-9DAD-07CD30FD74E4}" dt="2025-12-02T00:41:32.208" v="2463" actId="14100"/>
          <ac:picMkLst>
            <pc:docMk/>
            <pc:sldMk cId="0" sldId="264"/>
            <ac:picMk id="10" creationId="{3E6A5847-0D2B-4818-3A13-939924F72556}"/>
          </ac:picMkLst>
        </pc:picChg>
      </pc:sldChg>
      <pc:sldChg chg="addSp delSp modSp mod ord setBg modClrScheme delDesignElem chgLayout">
        <pc:chgData name="Simbarashe Razemba" userId="5c463179ce96705d" providerId="LiveId" clId="{3B959800-3686-49A7-9DAD-07CD30FD74E4}" dt="2025-12-04T15:10:04.292" v="5248" actId="26606"/>
        <pc:sldMkLst>
          <pc:docMk/>
          <pc:sldMk cId="0" sldId="266"/>
        </pc:sldMkLst>
        <pc:spChg chg="mod ord">
          <ac:chgData name="Simbarashe Razemba" userId="5c463179ce96705d" providerId="LiveId" clId="{3B959800-3686-49A7-9DAD-07CD30FD74E4}" dt="2025-12-04T15:10:04.292" v="5248" actId="26606"/>
          <ac:spMkLst>
            <pc:docMk/>
            <pc:sldMk cId="0" sldId="266"/>
            <ac:spMk id="2" creationId="{00000000-0000-0000-0000-000000000000}"/>
          </ac:spMkLst>
        </pc:spChg>
        <pc:spChg chg="add del mod ord">
          <ac:chgData name="Simbarashe Razemba" userId="5c463179ce96705d" providerId="LiveId" clId="{3B959800-3686-49A7-9DAD-07CD30FD74E4}" dt="2025-12-04T15:06:19.219" v="5235" actId="26606"/>
          <ac:spMkLst>
            <pc:docMk/>
            <pc:sldMk cId="0" sldId="266"/>
            <ac:spMk id="5" creationId="{6FF94542-0456-B054-E63C-AEDC78894F1A}"/>
          </ac:spMkLst>
        </pc:spChg>
        <pc:spChg chg="add del">
          <ac:chgData name="Simbarashe Razemba" userId="5c463179ce96705d" providerId="LiveId" clId="{3B959800-3686-49A7-9DAD-07CD30FD74E4}" dt="2025-12-03T02:39:13.359" v="4644" actId="26606"/>
          <ac:spMkLst>
            <pc:docMk/>
            <pc:sldMk cId="0" sldId="266"/>
            <ac:spMk id="12" creationId="{D380959B-464C-9ED8-C9EB-AB6FC997C1B8}"/>
          </ac:spMkLst>
        </pc:spChg>
        <pc:spChg chg="add del">
          <ac:chgData name="Simbarashe Razemba" userId="5c463179ce96705d" providerId="LiveId" clId="{3B959800-3686-49A7-9DAD-07CD30FD74E4}" dt="2025-12-03T02:39:13.359" v="4644" actId="26606"/>
          <ac:spMkLst>
            <pc:docMk/>
            <pc:sldMk cId="0" sldId="266"/>
            <ac:spMk id="14" creationId="{06B83858-ED7D-57B6-6CAA-83168807C43C}"/>
          </ac:spMkLst>
        </pc:spChg>
        <pc:spChg chg="add del">
          <ac:chgData name="Simbarashe Razemba" userId="5c463179ce96705d" providerId="LiveId" clId="{3B959800-3686-49A7-9DAD-07CD30FD74E4}" dt="2025-12-03T02:39:13.359" v="4644" actId="26606"/>
          <ac:spMkLst>
            <pc:docMk/>
            <pc:sldMk cId="0" sldId="266"/>
            <ac:spMk id="16" creationId="{FF97FFD4-A8B9-3D4D-1623-7BE467E46A6A}"/>
          </ac:spMkLst>
        </pc:spChg>
        <pc:spChg chg="add del">
          <ac:chgData name="Simbarashe Razemba" userId="5c463179ce96705d" providerId="LiveId" clId="{3B959800-3686-49A7-9DAD-07CD30FD74E4}" dt="2025-12-03T03:13:02.960" v="4763" actId="26606"/>
          <ac:spMkLst>
            <pc:docMk/>
            <pc:sldMk cId="0" sldId="266"/>
            <ac:spMk id="28" creationId="{B6FACB3C-9069-4791-BC5C-0DB7CD19B853}"/>
          </ac:spMkLst>
        </pc:spChg>
        <pc:spChg chg="add del">
          <ac:chgData name="Simbarashe Razemba" userId="5c463179ce96705d" providerId="LiveId" clId="{3B959800-3686-49A7-9DAD-07CD30FD74E4}" dt="2025-12-03T03:13:02.960" v="4763" actId="26606"/>
          <ac:spMkLst>
            <pc:docMk/>
            <pc:sldMk cId="0" sldId="266"/>
            <ac:spMk id="30" creationId="{71F2038E-D777-4B76-81DD-DD13EE91B9DD}"/>
          </ac:spMkLst>
        </pc:spChg>
        <pc:spChg chg="add del">
          <ac:chgData name="Simbarashe Razemba" userId="5c463179ce96705d" providerId="LiveId" clId="{3B959800-3686-49A7-9DAD-07CD30FD74E4}" dt="2025-12-03T03:13:02.935" v="4762" actId="26606"/>
          <ac:spMkLst>
            <pc:docMk/>
            <pc:sldMk cId="0" sldId="266"/>
            <ac:spMk id="41" creationId="{8D1AA55E-40D5-461B-A5A8-4AE8AAB71B08}"/>
          </ac:spMkLst>
        </pc:spChg>
        <pc:spChg chg="add del">
          <ac:chgData name="Simbarashe Razemba" userId="5c463179ce96705d" providerId="LiveId" clId="{3B959800-3686-49A7-9DAD-07CD30FD74E4}" dt="2025-12-03T03:13:02.935" v="4762" actId="26606"/>
          <ac:spMkLst>
            <pc:docMk/>
            <pc:sldMk cId="0" sldId="266"/>
            <ac:spMk id="45" creationId="{6CB927A4-E432-4310-9CD5-E89FF5063179}"/>
          </ac:spMkLst>
        </pc:spChg>
        <pc:spChg chg="add del">
          <ac:chgData name="Simbarashe Razemba" userId="5c463179ce96705d" providerId="LiveId" clId="{3B959800-3686-49A7-9DAD-07CD30FD74E4}" dt="2025-12-03T03:13:02.935" v="4762" actId="26606"/>
          <ac:spMkLst>
            <pc:docMk/>
            <pc:sldMk cId="0" sldId="266"/>
            <ac:spMk id="47" creationId="{E3020543-B24B-4EC4-8FFC-8DD88EEA91A8}"/>
          </ac:spMkLst>
        </pc:spChg>
        <pc:spChg chg="add del">
          <ac:chgData name="Simbarashe Razemba" userId="5c463179ce96705d" providerId="LiveId" clId="{3B959800-3686-49A7-9DAD-07CD30FD74E4}" dt="2025-12-04T15:06:19.219" v="5235" actId="26606"/>
          <ac:spMkLst>
            <pc:docMk/>
            <pc:sldMk cId="0" sldId="266"/>
            <ac:spMk id="50" creationId="{DF8BC164-E230-753F-2C7E-B4EE7BA77CF1}"/>
          </ac:spMkLst>
        </pc:spChg>
        <pc:spChg chg="add del">
          <ac:chgData name="Simbarashe Razemba" userId="5c463179ce96705d" providerId="LiveId" clId="{3B959800-3686-49A7-9DAD-07CD30FD74E4}" dt="2025-12-04T15:10:04.292" v="5248" actId="26606"/>
          <ac:spMkLst>
            <pc:docMk/>
            <pc:sldMk cId="0" sldId="266"/>
            <ac:spMk id="60" creationId="{DF8BC164-E230-753F-2C7E-B4EE7BA77CF1}"/>
          </ac:spMkLst>
        </pc:spChg>
        <pc:grpChg chg="add del">
          <ac:chgData name="Simbarashe Razemba" userId="5c463179ce96705d" providerId="LiveId" clId="{3B959800-3686-49A7-9DAD-07CD30FD74E4}" dt="2025-12-03T02:39:21.034" v="4646" actId="26606"/>
          <ac:grpSpMkLst>
            <pc:docMk/>
            <pc:sldMk cId="0" sldId="266"/>
            <ac:grpSpMk id="18" creationId="{C54A2A4D-19EF-3552-F383-6AD9587C8AFC}"/>
          </ac:grpSpMkLst>
        </pc:grpChg>
        <pc:grpChg chg="add del">
          <ac:chgData name="Simbarashe Razemba" userId="5c463179ce96705d" providerId="LiveId" clId="{3B959800-3686-49A7-9DAD-07CD30FD74E4}" dt="2025-12-03T03:10:03.106" v="4741" actId="26606"/>
          <ac:grpSpMkLst>
            <pc:docMk/>
            <pc:sldMk cId="0" sldId="266"/>
            <ac:grpSpMk id="21" creationId="{16C73AF9-0D33-5C66-5D79-0D0129904B31}"/>
          </ac:grpSpMkLst>
        </pc:grpChg>
        <pc:grpChg chg="add del">
          <ac:chgData name="Simbarashe Razemba" userId="5c463179ce96705d" providerId="LiveId" clId="{3B959800-3686-49A7-9DAD-07CD30FD74E4}" dt="2025-12-03T03:13:02.960" v="4763" actId="26606"/>
          <ac:grpSpMkLst>
            <pc:docMk/>
            <pc:sldMk cId="0" sldId="266"/>
            <ac:grpSpMk id="32" creationId="{DD354807-230F-4402-B1B9-F733A8F1F190}"/>
          </ac:grpSpMkLst>
        </pc:grpChg>
        <pc:grpChg chg="add del">
          <ac:chgData name="Simbarashe Razemba" userId="5c463179ce96705d" providerId="LiveId" clId="{3B959800-3686-49A7-9DAD-07CD30FD74E4}" dt="2025-12-04T15:06:19.158" v="5234" actId="26606"/>
          <ac:grpSpMkLst>
            <pc:docMk/>
            <pc:sldMk cId="0" sldId="266"/>
            <ac:grpSpMk id="55" creationId="{C54A2A4D-19EF-3552-F383-6AD9587C8AFC}"/>
          </ac:grpSpMkLst>
        </pc:grpChg>
        <pc:grpChg chg="add del">
          <ac:chgData name="Simbarashe Razemba" userId="5c463179ce96705d" providerId="LiveId" clId="{3B959800-3686-49A7-9DAD-07CD30FD74E4}" dt="2025-12-04T15:10:04.271" v="5247" actId="26606"/>
          <ac:grpSpMkLst>
            <pc:docMk/>
            <pc:sldMk cId="0" sldId="266"/>
            <ac:grpSpMk id="65" creationId="{1FD67D68-9B83-C338-8342-3348D8F22347}"/>
          </ac:grpSpMkLst>
        </pc:grpChg>
        <pc:grpChg chg="add">
          <ac:chgData name="Simbarashe Razemba" userId="5c463179ce96705d" providerId="LiveId" clId="{3B959800-3686-49A7-9DAD-07CD30FD74E4}" dt="2025-12-04T15:10:04.292" v="5248" actId="26606"/>
          <ac:grpSpMkLst>
            <pc:docMk/>
            <pc:sldMk cId="0" sldId="266"/>
            <ac:grpSpMk id="69" creationId="{C54A2A4D-19EF-3552-F383-6AD9587C8AFC}"/>
          </ac:grpSpMkLst>
        </pc:grpChg>
        <pc:graphicFrameChg chg="add mod ord modGraphic">
          <ac:chgData name="Simbarashe Razemba" userId="5c463179ce96705d" providerId="LiveId" clId="{3B959800-3686-49A7-9DAD-07CD30FD74E4}" dt="2025-12-04T15:10:04.292" v="5248" actId="26606"/>
          <ac:graphicFrameMkLst>
            <pc:docMk/>
            <pc:sldMk cId="0" sldId="266"/>
            <ac:graphicFrameMk id="52" creationId="{8B43E30B-2B31-1FCB-E297-8287121F8A82}"/>
          </ac:graphicFrameMkLst>
        </pc:graphicFrameChg>
        <pc:picChg chg="add mod ord">
          <ac:chgData name="Simbarashe Razemba" userId="5c463179ce96705d" providerId="LiveId" clId="{3B959800-3686-49A7-9DAD-07CD30FD74E4}" dt="2025-12-04T15:10:04.292" v="5248" actId="26606"/>
          <ac:picMkLst>
            <pc:docMk/>
            <pc:sldMk cId="0" sldId="266"/>
            <ac:picMk id="7" creationId="{7D670D9B-4A1F-27E9-EB02-DC9F02803A7A}"/>
          </ac:picMkLst>
        </pc:picChg>
        <pc:cxnChg chg="add del">
          <ac:chgData name="Simbarashe Razemba" userId="5c463179ce96705d" providerId="LiveId" clId="{3B959800-3686-49A7-9DAD-07CD30FD74E4}" dt="2025-12-03T03:13:02.935" v="4762" actId="26606"/>
          <ac:cxnSpMkLst>
            <pc:docMk/>
            <pc:sldMk cId="0" sldId="266"/>
            <ac:cxnSpMk id="43" creationId="{7EB498BD-8089-4626-91EA-4978EBEF535E}"/>
          </ac:cxnSpMkLst>
        </pc:cxnChg>
        <pc:cxnChg chg="add del">
          <ac:chgData name="Simbarashe Razemba" userId="5c463179ce96705d" providerId="LiveId" clId="{3B959800-3686-49A7-9DAD-07CD30FD74E4}" dt="2025-12-04T15:06:19.219" v="5235" actId="26606"/>
          <ac:cxnSpMkLst>
            <pc:docMk/>
            <pc:sldMk cId="0" sldId="266"/>
            <ac:cxnSpMk id="49" creationId="{FC23E3B9-5ABF-58B3-E2B0-E9A5DAA90037}"/>
          </ac:cxnSpMkLst>
        </pc:cxnChg>
        <pc:cxnChg chg="add del">
          <ac:chgData name="Simbarashe Razemba" userId="5c463179ce96705d" providerId="LiveId" clId="{3B959800-3686-49A7-9DAD-07CD30FD74E4}" dt="2025-12-04T15:10:04.292" v="5248" actId="26606"/>
          <ac:cxnSpMkLst>
            <pc:docMk/>
            <pc:sldMk cId="0" sldId="266"/>
            <ac:cxnSpMk id="59" creationId="{FC23E3B9-5ABF-58B3-E2B0-E9A5DAA90037}"/>
          </ac:cxnSpMkLst>
        </pc:cxnChg>
      </pc:sldChg>
      <pc:sldChg chg="addSp delSp modSp mod setBg delDesignElem">
        <pc:chgData name="Simbarashe Razemba" userId="5c463179ce96705d" providerId="LiveId" clId="{3B959800-3686-49A7-9DAD-07CD30FD74E4}" dt="2025-12-03T03:40:14.961" v="4855"/>
        <pc:sldMkLst>
          <pc:docMk/>
          <pc:sldMk cId="0" sldId="267"/>
        </pc:sldMkLst>
        <pc:spChg chg="mod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imbarashe Razemba" userId="5c463179ce96705d" providerId="LiveId" clId="{3B959800-3686-49A7-9DAD-07CD30FD74E4}" dt="2025-12-03T03:11:47.248" v="4753" actId="27636"/>
          <ac:spMkLst>
            <pc:docMk/>
            <pc:sldMk cId="0" sldId="267"/>
            <ac:spMk id="3" creationId="{00000000-0000-0000-0000-000000000000}"/>
          </ac:spMkLst>
        </pc:spChg>
        <pc:spChg chg="add del">
          <ac:chgData name="Simbarashe Razemba" userId="5c463179ce96705d" providerId="LiveId" clId="{3B959800-3686-49A7-9DAD-07CD30FD74E4}" dt="2025-12-03T02:40:26.412" v="4654" actId="26606"/>
          <ac:spMkLst>
            <pc:docMk/>
            <pc:sldMk cId="0" sldId="267"/>
            <ac:spMk id="8" creationId="{C2554CA6-288E-4202-BC52-2E5A8F0C0AED}"/>
          </ac:spMkLst>
        </pc:spChg>
        <pc:spChg chg="add del">
          <ac:chgData name="Simbarashe Razemba" userId="5c463179ce96705d" providerId="LiveId" clId="{3B959800-3686-49A7-9DAD-07CD30FD74E4}" dt="2025-12-03T02:40:20.812" v="4652" actId="26606"/>
          <ac:spMkLst>
            <pc:docMk/>
            <pc:sldMk cId="0" sldId="267"/>
            <ac:spMk id="9" creationId="{3ECBE1F1-D69B-4AFA-ABD5-8E41720EF6DE}"/>
          </ac:spMkLst>
        </pc:spChg>
        <pc:spChg chg="add del">
          <ac:chgData name="Simbarashe Razemba" userId="5c463179ce96705d" providerId="LiveId" clId="{3B959800-3686-49A7-9DAD-07CD30FD74E4}" dt="2025-12-03T02:40:26.412" v="4654" actId="26606"/>
          <ac:spMkLst>
            <pc:docMk/>
            <pc:sldMk cId="0" sldId="267"/>
            <ac:spMk id="10" creationId="{B10BB131-AC8E-4A8E-A5D1-36260F720C3B}"/>
          </ac:spMkLst>
        </pc:spChg>
        <pc:spChg chg="add del">
          <ac:chgData name="Simbarashe Razemba" userId="5c463179ce96705d" providerId="LiveId" clId="{3B959800-3686-49A7-9DAD-07CD30FD74E4}" dt="2025-12-03T02:40:20.812" v="4652" actId="26606"/>
          <ac:spMkLst>
            <pc:docMk/>
            <pc:sldMk cId="0" sldId="267"/>
            <ac:spMk id="11" creationId="{603A6265-E10C-4B85-9C20-E75FCAF9CC63}"/>
          </ac:spMkLst>
        </pc:spChg>
        <pc:spChg chg="add del">
          <ac:chgData name="Simbarashe Razemba" userId="5c463179ce96705d" providerId="LiveId" clId="{3B959800-3686-49A7-9DAD-07CD30FD74E4}" dt="2025-12-03T02:40:26.412" v="4654" actId="26606"/>
          <ac:spMkLst>
            <pc:docMk/>
            <pc:sldMk cId="0" sldId="267"/>
            <ac:spMk id="12" creationId="{5B7778FC-632E-4DCA-A7CB-0D7731CCF970}"/>
          </ac:spMkLst>
        </pc:spChg>
        <pc:spChg chg="add del">
          <ac:chgData name="Simbarashe Razemba" userId="5c463179ce96705d" providerId="LiveId" clId="{3B959800-3686-49A7-9DAD-07CD30FD74E4}" dt="2025-12-03T02:40:26.412" v="4654" actId="26606"/>
          <ac:spMkLst>
            <pc:docMk/>
            <pc:sldMk cId="0" sldId="267"/>
            <ac:spMk id="14" creationId="{FA23A907-97FB-4A8F-880A-DD77401C4296}"/>
          </ac:spMkLst>
        </pc:spChg>
        <pc:spChg chg="add del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16" creationId="{907EF6B7-1338-4443-8C46-6A318D952DFD}"/>
          </ac:spMkLst>
        </pc:spChg>
        <pc:spChg chg="add del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17" creationId="{DAAE4CDD-124C-4DCF-9584-B6033B545DD5}"/>
          </ac:spMkLst>
        </pc:spChg>
        <pc:spChg chg="add del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18" creationId="{081E4A58-353D-44AE-B2FC-2A74E2E400F7}"/>
          </ac:spMkLst>
        </pc:spChg>
        <pc:spChg chg="add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23" creationId="{18873D23-2DCF-4B31-A009-95721C06E8E1}"/>
          </ac:spMkLst>
        </pc:spChg>
        <pc:spChg chg="add">
          <ac:chgData name="Simbarashe Razemba" userId="5c463179ce96705d" providerId="LiveId" clId="{3B959800-3686-49A7-9DAD-07CD30FD74E4}" dt="2025-12-03T03:11:28.480" v="4746" actId="26606"/>
          <ac:spMkLst>
            <pc:docMk/>
            <pc:sldMk cId="0" sldId="267"/>
            <ac:spMk id="25" creationId="{C13EF075-D4EF-4929-ADBC-91B27DA19955}"/>
          </ac:spMkLst>
        </pc:spChg>
        <pc:grpChg chg="add">
          <ac:chgData name="Simbarashe Razemba" userId="5c463179ce96705d" providerId="LiveId" clId="{3B959800-3686-49A7-9DAD-07CD30FD74E4}" dt="2025-12-03T03:11:28.480" v="4746" actId="26606"/>
          <ac:grpSpMkLst>
            <pc:docMk/>
            <pc:sldMk cId="0" sldId="267"/>
            <ac:grpSpMk id="27" creationId="{DAA26DFA-AAB2-4973-9C17-16D587C7B198}"/>
          </ac:grpSpMkLst>
        </pc:grpChg>
        <pc:picChg chg="add del">
          <ac:chgData name="Simbarashe Razemba" userId="5c463179ce96705d" providerId="LiveId" clId="{3B959800-3686-49A7-9DAD-07CD30FD74E4}" dt="2025-12-03T02:40:20.812" v="4652" actId="26606"/>
          <ac:picMkLst>
            <pc:docMk/>
            <pc:sldMk cId="0" sldId="267"/>
            <ac:picMk id="5" creationId="{E2B1AE99-8FE6-A0C3-81EB-B5AA9E9F66B5}"/>
          </ac:picMkLst>
        </pc:picChg>
      </pc:sldChg>
      <pc:sldChg chg="addSp delSp modSp new mod modTransition modMedia setBg addAnim delAnim delDesignElem">
        <pc:chgData name="Simbarashe Razemba" userId="5c463179ce96705d" providerId="LiveId" clId="{3B959800-3686-49A7-9DAD-07CD30FD74E4}" dt="2025-12-04T18:10:46.786" v="5284" actId="404"/>
        <pc:sldMkLst>
          <pc:docMk/>
          <pc:sldMk cId="3485615088" sldId="268"/>
        </pc:sldMkLst>
        <pc:spChg chg="mod">
          <ac:chgData name="Simbarashe Razemba" userId="5c463179ce96705d" providerId="LiveId" clId="{3B959800-3686-49A7-9DAD-07CD30FD74E4}" dt="2025-12-04T18:10:46.786" v="5284" actId="404"/>
          <ac:spMkLst>
            <pc:docMk/>
            <pc:sldMk cId="3485615088" sldId="268"/>
            <ac:spMk id="2" creationId="{87393F85-04F5-A50A-86DF-7882906E16C8}"/>
          </ac:spMkLst>
        </pc:spChg>
        <pc:spChg chg="mod">
          <ac:chgData name="Simbarashe Razemba" userId="5c463179ce96705d" providerId="LiveId" clId="{3B959800-3686-49A7-9DAD-07CD30FD74E4}" dt="2025-12-03T22:33:04.812" v="4891" actId="113"/>
          <ac:spMkLst>
            <pc:docMk/>
            <pc:sldMk cId="3485615088" sldId="268"/>
            <ac:spMk id="3" creationId="{2A4B72F5-B0CD-21FE-18AC-E5A0DF447381}"/>
          </ac:spMkLst>
        </pc:spChg>
        <pc:spChg chg="add del">
          <ac:chgData name="Simbarashe Razemba" userId="5c463179ce96705d" providerId="LiveId" clId="{3B959800-3686-49A7-9DAD-07CD30FD74E4}" dt="2025-12-03T02:05:56.032" v="4582" actId="26606"/>
          <ac:spMkLst>
            <pc:docMk/>
            <pc:sldMk cId="3485615088" sldId="268"/>
            <ac:spMk id="13" creationId="{9B7AD9F6-8CE7-4299-8FC6-328F4DCD3FF9}"/>
          </ac:spMkLst>
        </pc:spChg>
        <pc:spChg chg="add del">
          <ac:chgData name="Simbarashe Razemba" userId="5c463179ce96705d" providerId="LiveId" clId="{3B959800-3686-49A7-9DAD-07CD30FD74E4}" dt="2025-12-03T02:05:56.032" v="4582" actId="26606"/>
          <ac:spMkLst>
            <pc:docMk/>
            <pc:sldMk cId="3485615088" sldId="268"/>
            <ac:spMk id="15" creationId="{F49775AF-8896-43EE-92C6-83497D6DC56F}"/>
          </ac:spMkLst>
        </pc:spChg>
        <pc:spChg chg="add del">
          <ac:chgData name="Simbarashe Razemba" userId="5c463179ce96705d" providerId="LiveId" clId="{3B959800-3686-49A7-9DAD-07CD30FD74E4}" dt="2025-12-03T02:05:48.716" v="4579" actId="26606"/>
          <ac:spMkLst>
            <pc:docMk/>
            <pc:sldMk cId="3485615088" sldId="268"/>
            <ac:spMk id="20" creationId="{E91DC736-0EF8-4F87-9146-EBF1D2EE4D3D}"/>
          </ac:spMkLst>
        </pc:spChg>
        <pc:spChg chg="add del">
          <ac:chgData name="Simbarashe Razemba" userId="5c463179ce96705d" providerId="LiveId" clId="{3B959800-3686-49A7-9DAD-07CD30FD74E4}" dt="2025-12-03T02:05:48.716" v="4579" actId="26606"/>
          <ac:spMkLst>
            <pc:docMk/>
            <pc:sldMk cId="3485615088" sldId="268"/>
            <ac:spMk id="22" creationId="{097CD68E-23E3-4007-8847-CD0944C4F7BE}"/>
          </ac:spMkLst>
        </pc:spChg>
        <pc:spChg chg="add del">
          <ac:chgData name="Simbarashe Razemba" userId="5c463179ce96705d" providerId="LiveId" clId="{3B959800-3686-49A7-9DAD-07CD30FD74E4}" dt="2025-12-03T02:05:48.716" v="4579" actId="26606"/>
          <ac:spMkLst>
            <pc:docMk/>
            <pc:sldMk cId="3485615088" sldId="268"/>
            <ac:spMk id="24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2:05:48.716" v="4579" actId="26606"/>
          <ac:spMkLst>
            <pc:docMk/>
            <pc:sldMk cId="3485615088" sldId="268"/>
            <ac:spMk id="26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02:05:56.017" v="4581" actId="26606"/>
          <ac:spMkLst>
            <pc:docMk/>
            <pc:sldMk cId="3485615088" sldId="268"/>
            <ac:spMk id="28" creationId="{8A95209C-5275-4E15-8EA7-7F42980ABF2D}"/>
          </ac:spMkLst>
        </pc:spChg>
        <pc:spChg chg="add del">
          <ac:chgData name="Simbarashe Razemba" userId="5c463179ce96705d" providerId="LiveId" clId="{3B959800-3686-49A7-9DAD-07CD30FD74E4}" dt="2025-12-03T02:05:56.017" v="4581" actId="26606"/>
          <ac:spMkLst>
            <pc:docMk/>
            <pc:sldMk cId="3485615088" sldId="268"/>
            <ac:spMk id="29" creationId="{DEF0EFD6-A3C2-4C94-A80A-BA9709D99013}"/>
          </ac:spMkLst>
        </pc:spChg>
        <pc:spChg chg="add del">
          <ac:chgData name="Simbarashe Razemba" userId="5c463179ce96705d" providerId="LiveId" clId="{3B959800-3686-49A7-9DAD-07CD30FD74E4}" dt="2025-12-03T02:05:56.017" v="4581" actId="26606"/>
          <ac:spMkLst>
            <pc:docMk/>
            <pc:sldMk cId="3485615088" sldId="268"/>
            <ac:spMk id="30" creationId="{4F2ED431-E304-4FF0-9F4E-032783C9D612}"/>
          </ac:spMkLst>
        </pc:spChg>
        <pc:spChg chg="add del">
          <ac:chgData name="Simbarashe Razemba" userId="5c463179ce96705d" providerId="LiveId" clId="{3B959800-3686-49A7-9DAD-07CD30FD74E4}" dt="2025-12-03T03:02:59.780" v="4707" actId="26606"/>
          <ac:spMkLst>
            <pc:docMk/>
            <pc:sldMk cId="3485615088" sldId="268"/>
            <ac:spMk id="32" creationId="{E91DC736-0EF8-4F87-9146-EBF1D2EE4D3D}"/>
          </ac:spMkLst>
        </pc:spChg>
        <pc:spChg chg="add del">
          <ac:chgData name="Simbarashe Razemba" userId="5c463179ce96705d" providerId="LiveId" clId="{3B959800-3686-49A7-9DAD-07CD30FD74E4}" dt="2025-12-03T03:02:59.780" v="4707" actId="26606"/>
          <ac:spMkLst>
            <pc:docMk/>
            <pc:sldMk cId="3485615088" sldId="268"/>
            <ac:spMk id="33" creationId="{097CD68E-23E3-4007-8847-CD0944C4F7BE}"/>
          </ac:spMkLst>
        </pc:spChg>
        <pc:spChg chg="add del">
          <ac:chgData name="Simbarashe Razemba" userId="5c463179ce96705d" providerId="LiveId" clId="{3B959800-3686-49A7-9DAD-07CD30FD74E4}" dt="2025-12-03T03:02:59.780" v="4707" actId="26606"/>
          <ac:spMkLst>
            <pc:docMk/>
            <pc:sldMk cId="3485615088" sldId="268"/>
            <ac:spMk id="34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3:02:59.780" v="4707" actId="26606"/>
          <ac:spMkLst>
            <pc:docMk/>
            <pc:sldMk cId="3485615088" sldId="268"/>
            <ac:spMk id="35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03:04:13.816" v="4709" actId="26606"/>
          <ac:spMkLst>
            <pc:docMk/>
            <pc:sldMk cId="3485615088" sldId="268"/>
            <ac:spMk id="40" creationId="{E91DC736-0EF8-4F87-9146-EBF1D2EE4D3D}"/>
          </ac:spMkLst>
        </pc:spChg>
        <pc:spChg chg="add del">
          <ac:chgData name="Simbarashe Razemba" userId="5c463179ce96705d" providerId="LiveId" clId="{3B959800-3686-49A7-9DAD-07CD30FD74E4}" dt="2025-12-03T03:04:13.816" v="4709" actId="26606"/>
          <ac:spMkLst>
            <pc:docMk/>
            <pc:sldMk cId="3485615088" sldId="268"/>
            <ac:spMk id="42" creationId="{097CD68E-23E3-4007-8847-CD0944C4F7BE}"/>
          </ac:spMkLst>
        </pc:spChg>
        <pc:spChg chg="add del">
          <ac:chgData name="Simbarashe Razemba" userId="5c463179ce96705d" providerId="LiveId" clId="{3B959800-3686-49A7-9DAD-07CD30FD74E4}" dt="2025-12-03T03:04:13.816" v="4709" actId="26606"/>
          <ac:spMkLst>
            <pc:docMk/>
            <pc:sldMk cId="3485615088" sldId="268"/>
            <ac:spMk id="44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3:04:13.816" v="4709" actId="26606"/>
          <ac:spMkLst>
            <pc:docMk/>
            <pc:sldMk cId="3485615088" sldId="268"/>
            <ac:spMk id="46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03:05:32.564" v="4712" actId="26606"/>
          <ac:spMkLst>
            <pc:docMk/>
            <pc:sldMk cId="3485615088" sldId="268"/>
            <ac:spMk id="51" creationId="{F1C4E306-BC28-4A7B-871B-1926F6FA6EF3}"/>
          </ac:spMkLst>
        </pc:spChg>
        <pc:spChg chg="add del">
          <ac:chgData name="Simbarashe Razemba" userId="5c463179ce96705d" providerId="LiveId" clId="{3B959800-3686-49A7-9DAD-07CD30FD74E4}" dt="2025-12-03T03:05:32.564" v="4712" actId="26606"/>
          <ac:spMkLst>
            <pc:docMk/>
            <pc:sldMk cId="3485615088" sldId="268"/>
            <ac:spMk id="53" creationId="{C3ECC9B4-989C-4F71-A6BC-DEBC1D9FD0BD}"/>
          </ac:spMkLst>
        </pc:spChg>
        <pc:spChg chg="add del">
          <ac:chgData name="Simbarashe Razemba" userId="5c463179ce96705d" providerId="LiveId" clId="{3B959800-3686-49A7-9DAD-07CD30FD74E4}" dt="2025-12-03T03:05:32.564" v="4712" actId="26606"/>
          <ac:spMkLst>
            <pc:docMk/>
            <pc:sldMk cId="3485615088" sldId="268"/>
            <ac:spMk id="55" creationId="{E20AF01B-D099-4710-BF18-E2832A9B61CF}"/>
          </ac:spMkLst>
        </pc:spChg>
        <pc:spChg chg="add del">
          <ac:chgData name="Simbarashe Razemba" userId="5c463179ce96705d" providerId="LiveId" clId="{3B959800-3686-49A7-9DAD-07CD30FD74E4}" dt="2025-12-03T03:05:32.564" v="4712" actId="26606"/>
          <ac:spMkLst>
            <pc:docMk/>
            <pc:sldMk cId="3485615088" sldId="268"/>
            <ac:spMk id="57" creationId="{B0E4BB4F-99AB-4C4E-A763-C5AC5273DF5D}"/>
          </ac:spMkLst>
        </pc:spChg>
        <pc:spChg chg="add del">
          <ac:chgData name="Simbarashe Razemba" userId="5c463179ce96705d" providerId="LiveId" clId="{3B959800-3686-49A7-9DAD-07CD30FD74E4}" dt="2025-12-03T03:24:43.678" v="4778" actId="26606"/>
          <ac:spMkLst>
            <pc:docMk/>
            <pc:sldMk cId="3485615088" sldId="268"/>
            <ac:spMk id="62" creationId="{F1C4E306-BC28-4A7B-871B-1926F6FA6EF3}"/>
          </ac:spMkLst>
        </pc:spChg>
        <pc:spChg chg="add del">
          <ac:chgData name="Simbarashe Razemba" userId="5c463179ce96705d" providerId="LiveId" clId="{3B959800-3686-49A7-9DAD-07CD30FD74E4}" dt="2025-12-03T03:05:32.549" v="4711" actId="26606"/>
          <ac:spMkLst>
            <pc:docMk/>
            <pc:sldMk cId="3485615088" sldId="268"/>
            <ac:spMk id="63" creationId="{8DE2E8FE-B87B-430D-9722-167B5E2C2577}"/>
          </ac:spMkLst>
        </pc:spChg>
        <pc:spChg chg="add del">
          <ac:chgData name="Simbarashe Razemba" userId="5c463179ce96705d" providerId="LiveId" clId="{3B959800-3686-49A7-9DAD-07CD30FD74E4}" dt="2025-12-03T03:24:43.678" v="4778" actId="26606"/>
          <ac:spMkLst>
            <pc:docMk/>
            <pc:sldMk cId="3485615088" sldId="268"/>
            <ac:spMk id="64" creationId="{C3ECC9B4-989C-4F71-A6BC-DEBC1D9FD0BD}"/>
          </ac:spMkLst>
        </pc:spChg>
        <pc:spChg chg="add del">
          <ac:chgData name="Simbarashe Razemba" userId="5c463179ce96705d" providerId="LiveId" clId="{3B959800-3686-49A7-9DAD-07CD30FD74E4}" dt="2025-12-03T03:05:32.549" v="4711" actId="26606"/>
          <ac:spMkLst>
            <pc:docMk/>
            <pc:sldMk cId="3485615088" sldId="268"/>
            <ac:spMk id="65" creationId="{5E7AA7E8-8006-4E1F-A566-FCF37EE6F35D}"/>
          </ac:spMkLst>
        </pc:spChg>
        <pc:spChg chg="add del">
          <ac:chgData name="Simbarashe Razemba" userId="5c463179ce96705d" providerId="LiveId" clId="{3B959800-3686-49A7-9DAD-07CD30FD74E4}" dt="2025-12-03T03:24:43.678" v="4778" actId="26606"/>
          <ac:spMkLst>
            <pc:docMk/>
            <pc:sldMk cId="3485615088" sldId="268"/>
            <ac:spMk id="66" creationId="{E20AF01B-D099-4710-BF18-E2832A9B61CF}"/>
          </ac:spMkLst>
        </pc:spChg>
        <pc:spChg chg="add del">
          <ac:chgData name="Simbarashe Razemba" userId="5c463179ce96705d" providerId="LiveId" clId="{3B959800-3686-49A7-9DAD-07CD30FD74E4}" dt="2025-12-03T03:24:43.678" v="4778" actId="26606"/>
          <ac:spMkLst>
            <pc:docMk/>
            <pc:sldMk cId="3485615088" sldId="268"/>
            <ac:spMk id="68" creationId="{B0E4BB4F-99AB-4C4E-A763-C5AC5273DF5D}"/>
          </ac:spMkLst>
        </pc:spChg>
        <pc:spChg chg="add del">
          <ac:chgData name="Simbarashe Razemba" userId="5c463179ce96705d" providerId="LiveId" clId="{3B959800-3686-49A7-9DAD-07CD30FD74E4}" dt="2025-12-03T03:24:43.646" v="4777" actId="26606"/>
          <ac:spMkLst>
            <pc:docMk/>
            <pc:sldMk cId="3485615088" sldId="268"/>
            <ac:spMk id="73" creationId="{FFD48BC7-DC40-47DE-87EE-9F4B6ECB9ABB}"/>
          </ac:spMkLst>
        </pc:spChg>
        <pc:spChg chg="add del">
          <ac:chgData name="Simbarashe Razemba" userId="5c463179ce96705d" providerId="LiveId" clId="{3B959800-3686-49A7-9DAD-07CD30FD74E4}" dt="2025-12-03T03:24:43.646" v="4777" actId="26606"/>
          <ac:spMkLst>
            <pc:docMk/>
            <pc:sldMk cId="3485615088" sldId="268"/>
            <ac:spMk id="75" creationId="{E502BBC7-2C76-46F3-BC24-5985BC13DB88}"/>
          </ac:spMkLst>
        </pc:spChg>
        <pc:spChg chg="add del">
          <ac:chgData name="Simbarashe Razemba" userId="5c463179ce96705d" providerId="LiveId" clId="{3B959800-3686-49A7-9DAD-07CD30FD74E4}" dt="2025-12-03T03:24:43.646" v="4777" actId="26606"/>
          <ac:spMkLst>
            <pc:docMk/>
            <pc:sldMk cId="3485615088" sldId="268"/>
            <ac:spMk id="77" creationId="{C7F28D52-2A5F-4D23-81AE-7CB8B591C7AF}"/>
          </ac:spMkLst>
        </pc:spChg>
        <pc:spChg chg="add del">
          <ac:chgData name="Simbarashe Razemba" userId="5c463179ce96705d" providerId="LiveId" clId="{3B959800-3686-49A7-9DAD-07CD30FD74E4}" dt="2025-12-03T03:24:43.646" v="4777" actId="26606"/>
          <ac:spMkLst>
            <pc:docMk/>
            <pc:sldMk cId="3485615088" sldId="268"/>
            <ac:spMk id="79" creationId="{3629484E-3792-4B3D-89AD-7C8A1ED0E0D4}"/>
          </ac:spMkLst>
        </pc:spChg>
        <pc:spChg chg="add del">
          <ac:chgData name="Simbarashe Razemba" userId="5c463179ce96705d" providerId="LiveId" clId="{3B959800-3686-49A7-9DAD-07CD30FD74E4}" dt="2025-12-03T03:39:11.067" v="4841" actId="26606"/>
          <ac:spMkLst>
            <pc:docMk/>
            <pc:sldMk cId="3485615088" sldId="268"/>
            <ac:spMk id="81" creationId="{BAD76F3E-3A97-486B-B402-44400A8B9173}"/>
          </ac:spMkLst>
        </pc:spChg>
        <pc:spChg chg="add del">
          <ac:chgData name="Simbarashe Razemba" userId="5c463179ce96705d" providerId="LiveId" clId="{3B959800-3686-49A7-9DAD-07CD30FD74E4}" dt="2025-12-03T03:39:11.067" v="4841" actId="26606"/>
          <ac:spMkLst>
            <pc:docMk/>
            <pc:sldMk cId="3485615088" sldId="268"/>
            <ac:spMk id="82" creationId="{391F6B52-91F4-4AEB-B6DB-29FEBCF28C8B}"/>
          </ac:spMkLst>
        </pc:spChg>
        <pc:spChg chg="add del">
          <ac:chgData name="Simbarashe Razemba" userId="5c463179ce96705d" providerId="LiveId" clId="{3B959800-3686-49A7-9DAD-07CD30FD74E4}" dt="2025-12-03T03:39:11.067" v="4841" actId="26606"/>
          <ac:spMkLst>
            <pc:docMk/>
            <pc:sldMk cId="3485615088" sldId="268"/>
            <ac:spMk id="83" creationId="{2CD6F061-7C53-44F4-9794-953DB70A451B}"/>
          </ac:spMkLst>
        </pc:spChg>
        <pc:spChg chg="add del">
          <ac:chgData name="Simbarashe Razemba" userId="5c463179ce96705d" providerId="LiveId" clId="{3B959800-3686-49A7-9DAD-07CD30FD74E4}" dt="2025-12-03T03:39:58.186" v="4854" actId="26606"/>
          <ac:spMkLst>
            <pc:docMk/>
            <pc:sldMk cId="3485615088" sldId="268"/>
            <ac:spMk id="86" creationId="{E0AE394F-AFF1-4485-AF1F-7387A2F041AA}"/>
          </ac:spMkLst>
        </pc:spChg>
        <pc:spChg chg="add del">
          <ac:chgData name="Simbarashe Razemba" userId="5c463179ce96705d" providerId="LiveId" clId="{3B959800-3686-49A7-9DAD-07CD30FD74E4}" dt="2025-12-03T03:39:58.186" v="4854" actId="26606"/>
          <ac:spMkLst>
            <pc:docMk/>
            <pc:sldMk cId="3485615088" sldId="268"/>
            <ac:spMk id="88" creationId="{5683D043-25BB-4AC9-8130-641179672614}"/>
          </ac:spMkLst>
        </pc:spChg>
        <pc:spChg chg="add del">
          <ac:chgData name="Simbarashe Razemba" userId="5c463179ce96705d" providerId="LiveId" clId="{3B959800-3686-49A7-9DAD-07CD30FD74E4}" dt="2025-12-03T03:38:58.103" v="4840" actId="26606"/>
          <ac:spMkLst>
            <pc:docMk/>
            <pc:sldMk cId="3485615088" sldId="268"/>
            <ac:spMk id="89" creationId="{E0AE394F-AFF1-4485-AF1F-7387A2F041AA}"/>
          </ac:spMkLst>
        </pc:spChg>
        <pc:spChg chg="add del">
          <ac:chgData name="Simbarashe Razemba" userId="5c463179ce96705d" providerId="LiveId" clId="{3B959800-3686-49A7-9DAD-07CD30FD74E4}" dt="2025-12-03T03:39:58.186" v="4854" actId="26606"/>
          <ac:spMkLst>
            <pc:docMk/>
            <pc:sldMk cId="3485615088" sldId="268"/>
            <ac:spMk id="90" creationId="{AA61CCAC-6875-474C-8E9E-F57ABF078C2B}"/>
          </ac:spMkLst>
        </pc:spChg>
        <pc:spChg chg="add del">
          <ac:chgData name="Simbarashe Razemba" userId="5c463179ce96705d" providerId="LiveId" clId="{3B959800-3686-49A7-9DAD-07CD30FD74E4}" dt="2025-12-03T03:38:58.103" v="4840" actId="26606"/>
          <ac:spMkLst>
            <pc:docMk/>
            <pc:sldMk cId="3485615088" sldId="268"/>
            <ac:spMk id="91" creationId="{5683D043-25BB-4AC9-8130-641179672614}"/>
          </ac:spMkLst>
        </pc:spChg>
        <pc:spChg chg="add del">
          <ac:chgData name="Simbarashe Razemba" userId="5c463179ce96705d" providerId="LiveId" clId="{3B959800-3686-49A7-9DAD-07CD30FD74E4}" dt="2025-12-03T03:38:58.103" v="4840" actId="26606"/>
          <ac:spMkLst>
            <pc:docMk/>
            <pc:sldMk cId="3485615088" sldId="268"/>
            <ac:spMk id="93" creationId="{AA61CCAC-6875-474C-8E9E-F57ABF078C2B}"/>
          </ac:spMkLst>
        </pc:spChg>
        <pc:spChg chg="add del">
          <ac:chgData name="Simbarashe Razemba" userId="5c463179ce96705d" providerId="LiveId" clId="{3B959800-3686-49A7-9DAD-07CD30FD74E4}" dt="2025-12-03T03:39:35.997" v="4845" actId="26606"/>
          <ac:spMkLst>
            <pc:docMk/>
            <pc:sldMk cId="3485615088" sldId="268"/>
            <ac:spMk id="95" creationId="{E91DC736-0EF8-4F87-9146-EBF1D2EE4D3D}"/>
          </ac:spMkLst>
        </pc:spChg>
        <pc:spChg chg="add del">
          <ac:chgData name="Simbarashe Razemba" userId="5c463179ce96705d" providerId="LiveId" clId="{3B959800-3686-49A7-9DAD-07CD30FD74E4}" dt="2025-12-03T03:39:35.997" v="4845" actId="26606"/>
          <ac:spMkLst>
            <pc:docMk/>
            <pc:sldMk cId="3485615088" sldId="268"/>
            <ac:spMk id="97" creationId="{097CD68E-23E3-4007-8847-CD0944C4F7BE}"/>
          </ac:spMkLst>
        </pc:spChg>
        <pc:spChg chg="add del">
          <ac:chgData name="Simbarashe Razemba" userId="5c463179ce96705d" providerId="LiveId" clId="{3B959800-3686-49A7-9DAD-07CD30FD74E4}" dt="2025-12-03T03:38:42.552" v="4832" actId="26606"/>
          <ac:spMkLst>
            <pc:docMk/>
            <pc:sldMk cId="3485615088" sldId="268"/>
            <ac:spMk id="98" creationId="{68AF5748-FED8-45BA-8631-26D1D10F3246}"/>
          </ac:spMkLst>
        </pc:spChg>
        <pc:spChg chg="add del">
          <ac:chgData name="Simbarashe Razemba" userId="5c463179ce96705d" providerId="LiveId" clId="{3B959800-3686-49A7-9DAD-07CD30FD74E4}" dt="2025-12-03T03:39:35.997" v="4845" actId="26606"/>
          <ac:spMkLst>
            <pc:docMk/>
            <pc:sldMk cId="3485615088" sldId="268"/>
            <ac:spMk id="99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3:38:42.552" v="4832" actId="26606"/>
          <ac:spMkLst>
            <pc:docMk/>
            <pc:sldMk cId="3485615088" sldId="268"/>
            <ac:spMk id="100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3:39:35.997" v="4845" actId="26606"/>
          <ac:spMkLst>
            <pc:docMk/>
            <pc:sldMk cId="3485615088" sldId="268"/>
            <ac:spMk id="101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03:38:42.552" v="4832" actId="26606"/>
          <ac:spMkLst>
            <pc:docMk/>
            <pc:sldMk cId="3485615088" sldId="268"/>
            <ac:spMk id="102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03:39:44.936" v="4847" actId="26606"/>
          <ac:spMkLst>
            <pc:docMk/>
            <pc:sldMk cId="3485615088" sldId="268"/>
            <ac:spMk id="103" creationId="{ECC07320-C2CA-4E29-8481-9D9E143C7788}"/>
          </ac:spMkLst>
        </pc:spChg>
        <pc:spChg chg="add del">
          <ac:chgData name="Simbarashe Razemba" userId="5c463179ce96705d" providerId="LiveId" clId="{3B959800-3686-49A7-9DAD-07CD30FD74E4}" dt="2025-12-03T03:38:47.275" v="4834" actId="26606"/>
          <ac:spMkLst>
            <pc:docMk/>
            <pc:sldMk cId="3485615088" sldId="268"/>
            <ac:spMk id="104" creationId="{BCC81228-CEA3-402B-B8E5-688F5BFA7876}"/>
          </ac:spMkLst>
        </pc:spChg>
        <pc:spChg chg="add del">
          <ac:chgData name="Simbarashe Razemba" userId="5c463179ce96705d" providerId="LiveId" clId="{3B959800-3686-49A7-9DAD-07CD30FD74E4}" dt="2025-12-03T03:38:47.275" v="4834" actId="26606"/>
          <ac:spMkLst>
            <pc:docMk/>
            <pc:sldMk cId="3485615088" sldId="268"/>
            <ac:spMk id="105" creationId="{BC0916B8-FF7A-4ECB-9FD7-C7668658D9B4}"/>
          </ac:spMkLst>
        </pc:spChg>
        <pc:spChg chg="add del">
          <ac:chgData name="Simbarashe Razemba" userId="5c463179ce96705d" providerId="LiveId" clId="{3B959800-3686-49A7-9DAD-07CD30FD74E4}" dt="2025-12-03T03:38:47.275" v="4834" actId="26606"/>
          <ac:spMkLst>
            <pc:docMk/>
            <pc:sldMk cId="3485615088" sldId="268"/>
            <ac:spMk id="106" creationId="{9DC011D4-C95F-4B2E-9A3C-A46DCDE956DC}"/>
          </ac:spMkLst>
        </pc:spChg>
        <pc:spChg chg="add del">
          <ac:chgData name="Simbarashe Razemba" userId="5c463179ce96705d" providerId="LiveId" clId="{3B959800-3686-49A7-9DAD-07CD30FD74E4}" dt="2025-12-03T03:39:44.936" v="4847" actId="26606"/>
          <ac:spMkLst>
            <pc:docMk/>
            <pc:sldMk cId="3485615088" sldId="268"/>
            <ac:spMk id="107" creationId="{178FB36B-5BFE-42CA-BC60-1115E0D95EEC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08" creationId="{CE1108CD-786E-4304-9504-9C5AD64829D2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09" creationId="{73BCEA90-F7D5-4EC1-9BE2-5A49A20F4B1D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10" creationId="{C70191CD-D48F-4F7A-8077-0380603A29E2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11" creationId="{9848F91B-FA65-4A06-A177-8CCF7EBC8631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12" creationId="{2CF7CF5F-D747-47B3-80B1-8392750446C6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13" creationId="{820B6604-1FF9-43F5-AC47-3D41CB2F563B}"/>
          </ac:spMkLst>
        </pc:spChg>
        <pc:spChg chg="add del">
          <ac:chgData name="Simbarashe Razemba" userId="5c463179ce96705d" providerId="LiveId" clId="{3B959800-3686-49A7-9DAD-07CD30FD74E4}" dt="2025-12-03T03:38:52.201" v="4836" actId="26606"/>
          <ac:spMkLst>
            <pc:docMk/>
            <pc:sldMk cId="3485615088" sldId="268"/>
            <ac:spMk id="114" creationId="{D98779F6-5395-4B82-BDCB-4ADF6A5BB9E5}"/>
          </ac:spMkLst>
        </pc:spChg>
        <pc:spChg chg="add del">
          <ac:chgData name="Simbarashe Razemba" userId="5c463179ce96705d" providerId="LiveId" clId="{3B959800-3686-49A7-9DAD-07CD30FD74E4}" dt="2025-12-03T03:39:50.664" v="4849" actId="26606"/>
          <ac:spMkLst>
            <pc:docMk/>
            <pc:sldMk cId="3485615088" sldId="268"/>
            <ac:spMk id="115" creationId="{ECC07320-C2CA-4E29-8481-9D9E143C7788}"/>
          </ac:spMkLst>
        </pc:spChg>
        <pc:spChg chg="add del">
          <ac:chgData name="Simbarashe Razemba" userId="5c463179ce96705d" providerId="LiveId" clId="{3B959800-3686-49A7-9DAD-07CD30FD74E4}" dt="2025-12-03T03:38:56.908" v="4838" actId="26606"/>
          <ac:spMkLst>
            <pc:docMk/>
            <pc:sldMk cId="3485615088" sldId="268"/>
            <ac:spMk id="116" creationId="{5BF4DF2C-F028-4921-9C23-41303F650A62}"/>
          </ac:spMkLst>
        </pc:spChg>
        <pc:spChg chg="add del">
          <ac:chgData name="Simbarashe Razemba" userId="5c463179ce96705d" providerId="LiveId" clId="{3B959800-3686-49A7-9DAD-07CD30FD74E4}" dt="2025-12-03T03:38:56.908" v="4838" actId="26606"/>
          <ac:spMkLst>
            <pc:docMk/>
            <pc:sldMk cId="3485615088" sldId="268"/>
            <ac:spMk id="117" creationId="{158B3569-73B2-4D05-8E95-886A6EE17F1F}"/>
          </ac:spMkLst>
        </pc:spChg>
        <pc:spChg chg="add del">
          <ac:chgData name="Simbarashe Razemba" userId="5c463179ce96705d" providerId="LiveId" clId="{3B959800-3686-49A7-9DAD-07CD30FD74E4}" dt="2025-12-03T03:39:50.664" v="4849" actId="26606"/>
          <ac:spMkLst>
            <pc:docMk/>
            <pc:sldMk cId="3485615088" sldId="268"/>
            <ac:spMk id="120" creationId="{178FB36B-5BFE-42CA-BC60-1115E0D95EEC}"/>
          </ac:spMkLst>
        </pc:spChg>
        <pc:spChg chg="add del">
          <ac:chgData name="Simbarashe Razemba" userId="5c463179ce96705d" providerId="LiveId" clId="{3B959800-3686-49A7-9DAD-07CD30FD74E4}" dt="2025-12-03T03:39:52.496" v="4851" actId="26606"/>
          <ac:spMkLst>
            <pc:docMk/>
            <pc:sldMk cId="3485615088" sldId="268"/>
            <ac:spMk id="122" creationId="{3A930249-8242-4E2B-AF17-C01826488321}"/>
          </ac:spMkLst>
        </pc:spChg>
        <pc:spChg chg="add del">
          <ac:chgData name="Simbarashe Razemba" userId="5c463179ce96705d" providerId="LiveId" clId="{3B959800-3686-49A7-9DAD-07CD30FD74E4}" dt="2025-12-03T03:39:52.496" v="4851" actId="26606"/>
          <ac:spMkLst>
            <pc:docMk/>
            <pc:sldMk cId="3485615088" sldId="268"/>
            <ac:spMk id="123" creationId="{A5BDD999-C5E1-4B3E-A710-768673819165}"/>
          </ac:spMkLst>
        </pc:spChg>
        <pc:spChg chg="add del">
          <ac:chgData name="Simbarashe Razemba" userId="5c463179ce96705d" providerId="LiveId" clId="{3B959800-3686-49A7-9DAD-07CD30FD74E4}" dt="2025-12-03T03:39:58.172" v="4853" actId="26606"/>
          <ac:spMkLst>
            <pc:docMk/>
            <pc:sldMk cId="3485615088" sldId="268"/>
            <ac:spMk id="125" creationId="{AC8EEB0F-BA72-49AC-956F-331B60FDE79E}"/>
          </ac:spMkLst>
        </pc:spChg>
        <pc:spChg chg="add del">
          <ac:chgData name="Simbarashe Razemba" userId="5c463179ce96705d" providerId="LiveId" clId="{3B959800-3686-49A7-9DAD-07CD30FD74E4}" dt="2025-12-03T03:39:58.172" v="4853" actId="26606"/>
          <ac:spMkLst>
            <pc:docMk/>
            <pc:sldMk cId="3485615088" sldId="268"/>
            <ac:spMk id="126" creationId="{1BE70332-ECAF-47BB-8C7B-BD049452F653}"/>
          </ac:spMkLst>
        </pc:spChg>
        <pc:spChg chg="add del">
          <ac:chgData name="Simbarashe Razemba" userId="5c463179ce96705d" providerId="LiveId" clId="{3B959800-3686-49A7-9DAD-07CD30FD74E4}" dt="2025-12-03T03:39:58.172" v="4853" actId="26606"/>
          <ac:spMkLst>
            <pc:docMk/>
            <pc:sldMk cId="3485615088" sldId="268"/>
            <ac:spMk id="127" creationId="{716D9361-A35A-4DC8-AAB9-04FD2D6FEE1D}"/>
          </ac:spMkLst>
        </pc:spChg>
        <pc:spChg chg="add del">
          <ac:chgData name="Simbarashe Razemba" userId="5c463179ce96705d" providerId="LiveId" clId="{3B959800-3686-49A7-9DAD-07CD30FD74E4}" dt="2025-12-03T03:39:58.172" v="4853" actId="26606"/>
          <ac:spMkLst>
            <pc:docMk/>
            <pc:sldMk cId="3485615088" sldId="268"/>
            <ac:spMk id="128" creationId="{87FC31AD-FBB3-4219-A758-D6F7594A0A81}"/>
          </ac:spMkLst>
        </pc:spChg>
        <pc:spChg chg="add del">
          <ac:chgData name="Simbarashe Razemba" userId="5c463179ce96705d" providerId="LiveId" clId="{3B959800-3686-49A7-9DAD-07CD30FD74E4}" dt="2025-12-03T22:31:57.849" v="4884" actId="26606"/>
          <ac:spMkLst>
            <pc:docMk/>
            <pc:sldMk cId="3485615088" sldId="268"/>
            <ac:spMk id="130" creationId="{55666830-9A19-4E01-8505-D6C7F9AC5665}"/>
          </ac:spMkLst>
        </pc:spChg>
        <pc:spChg chg="add del">
          <ac:chgData name="Simbarashe Razemba" userId="5c463179ce96705d" providerId="LiveId" clId="{3B959800-3686-49A7-9DAD-07CD30FD74E4}" dt="2025-12-03T22:31:57.849" v="4884" actId="26606"/>
          <ac:spMkLst>
            <pc:docMk/>
            <pc:sldMk cId="3485615088" sldId="268"/>
            <ac:spMk id="131" creationId="{AE9FC877-7FB6-4D22-9988-35420644E202}"/>
          </ac:spMkLst>
        </pc:spChg>
        <pc:spChg chg="add del">
          <ac:chgData name="Simbarashe Razemba" userId="5c463179ce96705d" providerId="LiveId" clId="{3B959800-3686-49A7-9DAD-07CD30FD74E4}" dt="2025-12-03T22:31:57.849" v="4884" actId="26606"/>
          <ac:spMkLst>
            <pc:docMk/>
            <pc:sldMk cId="3485615088" sldId="268"/>
            <ac:spMk id="132" creationId="{E41809D1-F12E-46BB-B804-5F209D325E8B}"/>
          </ac:spMkLst>
        </pc:spChg>
        <pc:spChg chg="add del">
          <ac:chgData name="Simbarashe Razemba" userId="5c463179ce96705d" providerId="LiveId" clId="{3B959800-3686-49A7-9DAD-07CD30FD74E4}" dt="2025-12-03T22:31:57.849" v="4884" actId="26606"/>
          <ac:spMkLst>
            <pc:docMk/>
            <pc:sldMk cId="3485615088" sldId="268"/>
            <ac:spMk id="133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22:31:57.849" v="4884" actId="26606"/>
          <ac:spMkLst>
            <pc:docMk/>
            <pc:sldMk cId="3485615088" sldId="268"/>
            <ac:spMk id="134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22:31:11.672" v="4877" actId="26606"/>
          <ac:spMkLst>
            <pc:docMk/>
            <pc:sldMk cId="3485615088" sldId="268"/>
            <ac:spMk id="139" creationId="{657F69E0-C4B0-4BEC-A689-4F8D877F05D4}"/>
          </ac:spMkLst>
        </pc:spChg>
        <pc:spChg chg="add del">
          <ac:chgData name="Simbarashe Razemba" userId="5c463179ce96705d" providerId="LiveId" clId="{3B959800-3686-49A7-9DAD-07CD30FD74E4}" dt="2025-12-03T22:31:11.672" v="4877" actId="26606"/>
          <ac:spMkLst>
            <pc:docMk/>
            <pc:sldMk cId="3485615088" sldId="268"/>
            <ac:spMk id="141" creationId="{9F6380B4-6A1C-481E-8408-B4E6C75B9B81}"/>
          </ac:spMkLst>
        </pc:spChg>
        <pc:spChg chg="add del">
          <ac:chgData name="Simbarashe Razemba" userId="5c463179ce96705d" providerId="LiveId" clId="{3B959800-3686-49A7-9DAD-07CD30FD74E4}" dt="2025-12-03T22:31:41.278" v="4879" actId="26606"/>
          <ac:spMkLst>
            <pc:docMk/>
            <pc:sldMk cId="3485615088" sldId="268"/>
            <ac:spMk id="144" creationId="{22A397E7-BF60-45B2-84C7-B074B76C37A7}"/>
          </ac:spMkLst>
        </pc:spChg>
        <pc:spChg chg="add del">
          <ac:chgData name="Simbarashe Razemba" userId="5c463179ce96705d" providerId="LiveId" clId="{3B959800-3686-49A7-9DAD-07CD30FD74E4}" dt="2025-12-03T22:31:41.278" v="4879" actId="26606"/>
          <ac:spMkLst>
            <pc:docMk/>
            <pc:sldMk cId="3485615088" sldId="268"/>
            <ac:spMk id="145" creationId="{890DEF05-784E-4B61-89E4-04C4ECF4E5A0}"/>
          </ac:spMkLst>
        </pc:spChg>
        <pc:spChg chg="add del">
          <ac:chgData name="Simbarashe Razemba" userId="5c463179ce96705d" providerId="LiveId" clId="{3B959800-3686-49A7-9DAD-07CD30FD74E4}" dt="2025-12-03T22:31:50.356" v="4881" actId="26606"/>
          <ac:spMkLst>
            <pc:docMk/>
            <pc:sldMk cId="3485615088" sldId="268"/>
            <ac:spMk id="147" creationId="{B6924B03-77BD-EAE3-2854-43363FF8E6BB}"/>
          </ac:spMkLst>
        </pc:spChg>
        <pc:spChg chg="add del">
          <ac:chgData name="Simbarashe Razemba" userId="5c463179ce96705d" providerId="LiveId" clId="{3B959800-3686-49A7-9DAD-07CD30FD74E4}" dt="2025-12-03T22:31:50.356" v="4881" actId="26606"/>
          <ac:spMkLst>
            <pc:docMk/>
            <pc:sldMk cId="3485615088" sldId="268"/>
            <ac:spMk id="148" creationId="{4D60F200-5EB0-B223-2439-C96C67F0FEE1}"/>
          </ac:spMkLst>
        </pc:spChg>
        <pc:spChg chg="add del">
          <ac:chgData name="Simbarashe Razemba" userId="5c463179ce96705d" providerId="LiveId" clId="{3B959800-3686-49A7-9DAD-07CD30FD74E4}" dt="2025-12-03T22:31:50.356" v="4881" actId="26606"/>
          <ac:spMkLst>
            <pc:docMk/>
            <pc:sldMk cId="3485615088" sldId="268"/>
            <ac:spMk id="149" creationId="{1740453C-744F-DB3A-47EC-15EACE1DC117}"/>
          </ac:spMkLst>
        </pc:spChg>
        <pc:spChg chg="add del">
          <ac:chgData name="Simbarashe Razemba" userId="5c463179ce96705d" providerId="LiveId" clId="{3B959800-3686-49A7-9DAD-07CD30FD74E4}" dt="2025-12-03T22:31:50.356" v="4881" actId="26606"/>
          <ac:spMkLst>
            <pc:docMk/>
            <pc:sldMk cId="3485615088" sldId="268"/>
            <ac:spMk id="150" creationId="{01EB5855-8EB7-1AE5-9030-5D0AA3C1AF4B}"/>
          </ac:spMkLst>
        </pc:spChg>
        <pc:spChg chg="add del">
          <ac:chgData name="Simbarashe Razemba" userId="5c463179ce96705d" providerId="LiveId" clId="{3B959800-3686-49A7-9DAD-07CD30FD74E4}" dt="2025-12-03T22:31:57.840" v="4883" actId="26606"/>
          <ac:spMkLst>
            <pc:docMk/>
            <pc:sldMk cId="3485615088" sldId="268"/>
            <ac:spMk id="152" creationId="{8A95209C-5275-4E15-8EA7-7F42980ABF2D}"/>
          </ac:spMkLst>
        </pc:spChg>
        <pc:spChg chg="add del">
          <ac:chgData name="Simbarashe Razemba" userId="5c463179ce96705d" providerId="LiveId" clId="{3B959800-3686-49A7-9DAD-07CD30FD74E4}" dt="2025-12-03T22:31:57.840" v="4883" actId="26606"/>
          <ac:spMkLst>
            <pc:docMk/>
            <pc:sldMk cId="3485615088" sldId="268"/>
            <ac:spMk id="153" creationId="{DEF0EFD6-A3C2-4C94-A80A-BA9709D99013}"/>
          </ac:spMkLst>
        </pc:spChg>
        <pc:spChg chg="add del">
          <ac:chgData name="Simbarashe Razemba" userId="5c463179ce96705d" providerId="LiveId" clId="{3B959800-3686-49A7-9DAD-07CD30FD74E4}" dt="2025-12-03T22:31:57.840" v="4883" actId="26606"/>
          <ac:spMkLst>
            <pc:docMk/>
            <pc:sldMk cId="3485615088" sldId="268"/>
            <ac:spMk id="154" creationId="{4F2ED431-E304-4FF0-9F4E-032783C9D612}"/>
          </ac:spMkLst>
        </pc:spChg>
        <pc:spChg chg="add del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56" creationId="{22A397E7-BF60-45B2-84C7-B074B76C37A7}"/>
          </ac:spMkLst>
        </pc:spChg>
        <pc:spChg chg="add del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57" creationId="{890DEF05-784E-4B61-89E4-04C4ECF4E5A0}"/>
          </ac:spMkLst>
        </pc:spChg>
        <pc:spChg chg="add del">
          <ac:chgData name="Simbarashe Razemba" userId="5c463179ce96705d" providerId="LiveId" clId="{3B959800-3686-49A7-9DAD-07CD30FD74E4}" dt="2025-12-03T22:32:47.951" v="4886" actId="26606"/>
          <ac:spMkLst>
            <pc:docMk/>
            <pc:sldMk cId="3485615088" sldId="268"/>
            <ac:spMk id="163" creationId="{0671A8AE-40A1-4631-A6B8-581AFF065482}"/>
          </ac:spMkLst>
        </pc:spChg>
        <pc:spChg chg="add del">
          <ac:chgData name="Simbarashe Razemba" userId="5c463179ce96705d" providerId="LiveId" clId="{3B959800-3686-49A7-9DAD-07CD30FD74E4}" dt="2025-12-03T22:32:47.951" v="4886" actId="26606"/>
          <ac:spMkLst>
            <pc:docMk/>
            <pc:sldMk cId="3485615088" sldId="268"/>
            <ac:spMk id="165" creationId="{AB58EF07-17C2-48CF-ABB0-EEF1F17CB8F0}"/>
          </ac:spMkLst>
        </pc:spChg>
        <pc:spChg chg="add del">
          <ac:chgData name="Simbarashe Razemba" userId="5c463179ce96705d" providerId="LiveId" clId="{3B959800-3686-49A7-9DAD-07CD30FD74E4}" dt="2025-12-03T22:32:47.951" v="4886" actId="26606"/>
          <ac:spMkLst>
            <pc:docMk/>
            <pc:sldMk cId="3485615088" sldId="268"/>
            <ac:spMk id="167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22:32:47.951" v="4886" actId="26606"/>
          <ac:spMkLst>
            <pc:docMk/>
            <pc:sldMk cId="3485615088" sldId="268"/>
            <ac:spMk id="169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3T22:32:53.425" v="4888" actId="26606"/>
          <ac:spMkLst>
            <pc:docMk/>
            <pc:sldMk cId="3485615088" sldId="268"/>
            <ac:spMk id="171" creationId="{22A397E7-BF60-45B2-84C7-B074B76C37A7}"/>
          </ac:spMkLst>
        </pc:spChg>
        <pc:spChg chg="add del">
          <ac:chgData name="Simbarashe Razemba" userId="5c463179ce96705d" providerId="LiveId" clId="{3B959800-3686-49A7-9DAD-07CD30FD74E4}" dt="2025-12-03T22:32:53.425" v="4888" actId="26606"/>
          <ac:spMkLst>
            <pc:docMk/>
            <pc:sldMk cId="3485615088" sldId="268"/>
            <ac:spMk id="172" creationId="{890DEF05-784E-4B61-89E4-04C4ECF4E5A0}"/>
          </ac:spMkLst>
        </pc:spChg>
        <pc:spChg chg="add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75" creationId="{0671A8AE-40A1-4631-A6B8-581AFF065482}"/>
          </ac:spMkLst>
        </pc:spChg>
        <pc:spChg chg="add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76" creationId="{AB58EF07-17C2-48CF-ABB0-EEF1F17CB8F0}"/>
          </ac:spMkLst>
        </pc:spChg>
        <pc:spChg chg="add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77" creationId="{AF2F604E-43BE-4DC3-B983-E071523364F8}"/>
          </ac:spMkLst>
        </pc:spChg>
        <pc:spChg chg="add">
          <ac:chgData name="Simbarashe Razemba" userId="5c463179ce96705d" providerId="LiveId" clId="{3B959800-3686-49A7-9DAD-07CD30FD74E4}" dt="2025-12-03T22:32:53.455" v="4889" actId="26606"/>
          <ac:spMkLst>
            <pc:docMk/>
            <pc:sldMk cId="3485615088" sldId="268"/>
            <ac:spMk id="178" creationId="{08C9B587-E65E-4B52-B37C-ABEBB6E87928}"/>
          </ac:spMkLst>
        </pc:spChg>
        <pc:grpChg chg="add del">
          <ac:chgData name="Simbarashe Razemba" userId="5c463179ce96705d" providerId="LiveId" clId="{3B959800-3686-49A7-9DAD-07CD30FD74E4}" dt="2025-12-03T03:38:56.908" v="4838" actId="26606"/>
          <ac:grpSpMkLst>
            <pc:docMk/>
            <pc:sldMk cId="3485615088" sldId="268"/>
            <ac:grpSpMk id="119" creationId="{892B7B61-D701-474B-AE8F-EA238B550A78}"/>
          </ac:grpSpMkLst>
        </pc:grpChg>
        <pc:picChg chg="add del mod ord">
          <ac:chgData name="Simbarashe Razemba" userId="5c463179ce96705d" providerId="LiveId" clId="{3B959800-3686-49A7-9DAD-07CD30FD74E4}" dt="2025-12-03T03:03:09.799" v="4708" actId="21"/>
          <ac:picMkLst>
            <pc:docMk/>
            <pc:sldMk cId="3485615088" sldId="268"/>
            <ac:picMk id="14" creationId="{8A310426-72AE-DE52-D6FF-303635C7FCDF}"/>
          </ac:picMkLst>
        </pc:picChg>
        <pc:picChg chg="add del">
          <ac:chgData name="Simbarashe Razemba" userId="5c463179ce96705d" providerId="LiveId" clId="{3B959800-3686-49A7-9DAD-07CD30FD74E4}" dt="2025-12-03T03:05:32.549" v="4711" actId="26606"/>
          <ac:picMkLst>
            <pc:docMk/>
            <pc:sldMk cId="3485615088" sldId="268"/>
            <ac:picMk id="59" creationId="{A8E83BC9-3E77-3C29-229A-80C5DC9DC499}"/>
          </ac:picMkLst>
        </pc:picChg>
        <pc:picChg chg="add del mod ord">
          <ac:chgData name="Simbarashe Razemba" userId="5c463179ce96705d" providerId="LiveId" clId="{3B959800-3686-49A7-9DAD-07CD30FD74E4}" dt="2025-12-03T03:38:58.103" v="4840" actId="26606"/>
          <ac:picMkLst>
            <pc:docMk/>
            <pc:sldMk cId="3485615088" sldId="268"/>
            <ac:picMk id="85" creationId="{9619FCFE-2F14-FC05-BF6D-615A3B5B4B49}"/>
          </ac:picMkLst>
        </pc:picChg>
        <pc:picChg chg="add mod">
          <ac:chgData name="Simbarashe Razemba" userId="5c463179ce96705d" providerId="LiveId" clId="{3B959800-3686-49A7-9DAD-07CD30FD74E4}" dt="2025-12-03T22:32:53.455" v="4889" actId="26606"/>
          <ac:picMkLst>
            <pc:docMk/>
            <pc:sldMk cId="3485615088" sldId="268"/>
            <ac:picMk id="87" creationId="{C4742CAE-E06F-A395-8129-274533330902}"/>
          </ac:picMkLst>
        </pc:picChg>
        <pc:cxnChg chg="add del">
          <ac:chgData name="Simbarashe Razemba" userId="5c463179ce96705d" providerId="LiveId" clId="{3B959800-3686-49A7-9DAD-07CD30FD74E4}" dt="2025-12-03T03:05:32.549" v="4711" actId="26606"/>
          <ac:cxnSpMkLst>
            <pc:docMk/>
            <pc:sldMk cId="3485615088" sldId="268"/>
            <ac:cxnSpMk id="67" creationId="{56020367-4FD5-4596-8E10-C5F095CD8DBF}"/>
          </ac:cxnSpMkLst>
        </pc:cxnChg>
        <pc:cxnChg chg="add del">
          <ac:chgData name="Simbarashe Razemba" userId="5c463179ce96705d" providerId="LiveId" clId="{3B959800-3686-49A7-9DAD-07CD30FD74E4}" dt="2025-12-03T03:38:56.908" v="4838" actId="26606"/>
          <ac:cxnSpMkLst>
            <pc:docMk/>
            <pc:sldMk cId="3485615088" sldId="268"/>
            <ac:cxnSpMk id="118" creationId="{56020367-4FD5-4596-8E10-C5F095CD8DBF}"/>
          </ac:cxnSpMkLst>
        </pc:cxnChg>
        <pc:cxnChg chg="add del">
          <ac:chgData name="Simbarashe Razemba" userId="5c463179ce96705d" providerId="LiveId" clId="{3B959800-3686-49A7-9DAD-07CD30FD74E4}" dt="2025-12-03T22:32:53.455" v="4889" actId="26606"/>
          <ac:cxnSpMkLst>
            <pc:docMk/>
            <pc:sldMk cId="3485615088" sldId="268"/>
            <ac:cxnSpMk id="158" creationId="{C41BAEC7-F7B0-4224-8B18-8F74B7D87F0B}"/>
          </ac:cxnSpMkLst>
        </pc:cxnChg>
        <pc:cxnChg chg="add del">
          <ac:chgData name="Simbarashe Razemba" userId="5c463179ce96705d" providerId="LiveId" clId="{3B959800-3686-49A7-9DAD-07CD30FD74E4}" dt="2025-12-03T22:32:53.425" v="4888" actId="26606"/>
          <ac:cxnSpMkLst>
            <pc:docMk/>
            <pc:sldMk cId="3485615088" sldId="268"/>
            <ac:cxnSpMk id="173" creationId="{C41BAEC7-F7B0-4224-8B18-8F74B7D87F0B}"/>
          </ac:cxnSpMkLst>
        </pc:cxnChg>
      </pc:sldChg>
      <pc:sldChg chg="addSp delSp modSp new mod setBg addAnim delDesignElem">
        <pc:chgData name="Simbarashe Razemba" userId="5c463179ce96705d" providerId="LiveId" clId="{3B959800-3686-49A7-9DAD-07CD30FD74E4}" dt="2025-12-04T18:13:56.248" v="5285" actId="26606"/>
        <pc:sldMkLst>
          <pc:docMk/>
          <pc:sldMk cId="1835427899" sldId="269"/>
        </pc:sldMkLst>
        <pc:spChg chg="mod">
          <ac:chgData name="Simbarashe Razemba" userId="5c463179ce96705d" providerId="LiveId" clId="{3B959800-3686-49A7-9DAD-07CD30FD74E4}" dt="2025-12-03T03:09:40.802" v="4740" actId="26606"/>
          <ac:spMkLst>
            <pc:docMk/>
            <pc:sldMk cId="1835427899" sldId="269"/>
            <ac:spMk id="2" creationId="{5332E866-7BC4-8075-454A-12BEE5E47281}"/>
          </ac:spMkLst>
        </pc:spChg>
        <pc:spChg chg="add del">
          <ac:chgData name="Simbarashe Razemba" userId="5c463179ce96705d" providerId="LiveId" clId="{3B959800-3686-49A7-9DAD-07CD30FD74E4}" dt="2025-12-03T02:38:51.644" v="4642" actId="26606"/>
          <ac:spMkLst>
            <pc:docMk/>
            <pc:sldMk cId="1835427899" sldId="269"/>
            <ac:spMk id="8" creationId="{4D60F200-5EB0-B223-2439-C96C67F0FEE1}"/>
          </ac:spMkLst>
        </pc:spChg>
        <pc:spChg chg="add del">
          <ac:chgData name="Simbarashe Razemba" userId="5c463179ce96705d" providerId="LiveId" clId="{3B959800-3686-49A7-9DAD-07CD30FD74E4}" dt="2025-12-03T02:38:51.644" v="4642" actId="26606"/>
          <ac:spMkLst>
            <pc:docMk/>
            <pc:sldMk cId="1835427899" sldId="269"/>
            <ac:spMk id="14" creationId="{33F70A3C-4474-2A39-470C-FD55A8837503}"/>
          </ac:spMkLst>
        </pc:spChg>
        <pc:spChg chg="add del">
          <ac:chgData name="Simbarashe Razemba" userId="5c463179ce96705d" providerId="LiveId" clId="{3B959800-3686-49A7-9DAD-07CD30FD74E4}" dt="2025-12-03T02:38:51.644" v="4642" actId="26606"/>
          <ac:spMkLst>
            <pc:docMk/>
            <pc:sldMk cId="1835427899" sldId="269"/>
            <ac:spMk id="16" creationId="{BAC3F7D4-9613-0E1F-901C-98FE831DEBC0}"/>
          </ac:spMkLst>
        </pc:spChg>
        <pc:spChg chg="add del">
          <ac:chgData name="Simbarashe Razemba" userId="5c463179ce96705d" providerId="LiveId" clId="{3B959800-3686-49A7-9DAD-07CD30FD74E4}" dt="2025-12-03T02:38:51.644" v="4642" actId="26606"/>
          <ac:spMkLst>
            <pc:docMk/>
            <pc:sldMk cId="1835427899" sldId="269"/>
            <ac:spMk id="18" creationId="{AFD5167C-AF48-26F0-7A9F-3F7643374872}"/>
          </ac:spMkLst>
        </pc:spChg>
        <pc:spChg chg="add del">
          <ac:chgData name="Simbarashe Razemba" userId="5c463179ce96705d" providerId="LiveId" clId="{3B959800-3686-49A7-9DAD-07CD30FD74E4}" dt="2025-12-03T02:38:51.644" v="4642" actId="26606"/>
          <ac:spMkLst>
            <pc:docMk/>
            <pc:sldMk cId="1835427899" sldId="269"/>
            <ac:spMk id="20" creationId="{87B30A01-FCA8-86A5-A840-C32A3BE2EDD6}"/>
          </ac:spMkLst>
        </pc:spChg>
        <pc:spChg chg="add del">
          <ac:chgData name="Simbarashe Razemba" userId="5c463179ce96705d" providerId="LiveId" clId="{3B959800-3686-49A7-9DAD-07CD30FD74E4}" dt="2025-12-03T03:09:40.802" v="4740" actId="26606"/>
          <ac:spMkLst>
            <pc:docMk/>
            <pc:sldMk cId="1835427899" sldId="269"/>
            <ac:spMk id="25" creationId="{0671A8AE-40A1-4631-A6B8-581AFF065482}"/>
          </ac:spMkLst>
        </pc:spChg>
        <pc:spChg chg="add del">
          <ac:chgData name="Simbarashe Razemba" userId="5c463179ce96705d" providerId="LiveId" clId="{3B959800-3686-49A7-9DAD-07CD30FD74E4}" dt="2025-12-03T03:09:40.802" v="4740" actId="26606"/>
          <ac:spMkLst>
            <pc:docMk/>
            <pc:sldMk cId="1835427899" sldId="269"/>
            <ac:spMk id="27" creationId="{AB58EF07-17C2-48CF-ABB0-EEF1F17CB8F0}"/>
          </ac:spMkLst>
        </pc:spChg>
        <pc:spChg chg="add del">
          <ac:chgData name="Simbarashe Razemba" userId="5c463179ce96705d" providerId="LiveId" clId="{3B959800-3686-49A7-9DAD-07CD30FD74E4}" dt="2025-12-03T03:09:40.802" v="4740" actId="26606"/>
          <ac:spMkLst>
            <pc:docMk/>
            <pc:sldMk cId="1835427899" sldId="269"/>
            <ac:spMk id="29" creationId="{AF2F604E-43BE-4DC3-B983-E071523364F8}"/>
          </ac:spMkLst>
        </pc:spChg>
        <pc:spChg chg="add del">
          <ac:chgData name="Simbarashe Razemba" userId="5c463179ce96705d" providerId="LiveId" clId="{3B959800-3686-49A7-9DAD-07CD30FD74E4}" dt="2025-12-03T03:09:40.802" v="4740" actId="26606"/>
          <ac:spMkLst>
            <pc:docMk/>
            <pc:sldMk cId="1835427899" sldId="269"/>
            <ac:spMk id="31" creationId="{08C9B587-E65E-4B52-B37C-ABEBB6E87928}"/>
          </ac:spMkLst>
        </pc:spChg>
        <pc:spChg chg="add del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36" creationId="{73A25D70-4A55-4F72-B9C5-A69CDBF4DB42}"/>
          </ac:spMkLst>
        </pc:spChg>
        <pc:spChg chg="add del">
          <ac:chgData name="Simbarashe Razemba" userId="5c463179ce96705d" providerId="LiveId" clId="{3B959800-3686-49A7-9DAD-07CD30FD74E4}" dt="2025-12-03T03:09:40.777" v="4739" actId="26606"/>
          <ac:spMkLst>
            <pc:docMk/>
            <pc:sldMk cId="1835427899" sldId="269"/>
            <ac:spMk id="37" creationId="{8870DEF6-46A2-D4F8-8BE6-91165D93ECC4}"/>
          </ac:spMkLst>
        </pc:spChg>
        <pc:spChg chg="add del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38" creationId="{54957100-6D8B-4161-9F2F-C0A949EC84C4}"/>
          </ac:spMkLst>
        </pc:spChg>
        <pc:spChg chg="add del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40" creationId="{0BD8B065-EE51-4AE2-A94C-86249998FD7B}"/>
          </ac:spMkLst>
        </pc:spChg>
        <pc:spChg chg="add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57" creationId="{73A25D70-4A55-4F72-B9C5-A69CDBF4DB42}"/>
          </ac:spMkLst>
        </pc:spChg>
        <pc:spChg chg="add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59" creationId="{54957100-6D8B-4161-9F2F-C0A949EC84C4}"/>
          </ac:spMkLst>
        </pc:spChg>
        <pc:spChg chg="add">
          <ac:chgData name="Simbarashe Razemba" userId="5c463179ce96705d" providerId="LiveId" clId="{3B959800-3686-49A7-9DAD-07CD30FD74E4}" dt="2025-12-04T18:13:56.248" v="5285" actId="26606"/>
          <ac:spMkLst>
            <pc:docMk/>
            <pc:sldMk cId="1835427899" sldId="269"/>
            <ac:spMk id="61" creationId="{CBCB02B1-1B82-403C-B7D2-E2CED1882F50}"/>
          </ac:spMkLst>
        </pc:spChg>
        <pc:grpChg chg="add del">
          <ac:chgData name="Simbarashe Razemba" userId="5c463179ce96705d" providerId="LiveId" clId="{3B959800-3686-49A7-9DAD-07CD30FD74E4}" dt="2025-12-04T18:13:56.248" v="5285" actId="26606"/>
          <ac:grpSpMkLst>
            <pc:docMk/>
            <pc:sldMk cId="1835427899" sldId="269"/>
            <ac:grpSpMk id="42" creationId="{18999293-B054-4B57-A26F-D04C2BB11338}"/>
          </ac:grpSpMkLst>
        </pc:grpChg>
        <pc:grpChg chg="add">
          <ac:chgData name="Simbarashe Razemba" userId="5c463179ce96705d" providerId="LiveId" clId="{3B959800-3686-49A7-9DAD-07CD30FD74E4}" dt="2025-12-03T03:09:40.802" v="4740" actId="26606"/>
          <ac:grpSpMkLst>
            <pc:docMk/>
            <pc:sldMk cId="1835427899" sldId="269"/>
            <ac:grpSpMk id="48" creationId="{761945C4-D997-42F3-B59A-984CF0066715}"/>
          </ac:grpSpMkLst>
        </pc:grpChg>
        <pc:grpChg chg="add">
          <ac:chgData name="Simbarashe Razemba" userId="5c463179ce96705d" providerId="LiveId" clId="{3B959800-3686-49A7-9DAD-07CD30FD74E4}" dt="2025-12-04T18:13:56.248" v="5285" actId="26606"/>
          <ac:grpSpMkLst>
            <pc:docMk/>
            <pc:sldMk cId="1835427899" sldId="269"/>
            <ac:grpSpMk id="63" creationId="{CCDE13A7-6382-4A67-BEBE-4FF1F37C7F52}"/>
          </ac:grpSpMkLst>
        </pc:grpChg>
        <pc:grpChg chg="add">
          <ac:chgData name="Simbarashe Razemba" userId="5c463179ce96705d" providerId="LiveId" clId="{3B959800-3686-49A7-9DAD-07CD30FD74E4}" dt="2025-12-04T18:13:56.248" v="5285" actId="26606"/>
          <ac:grpSpMkLst>
            <pc:docMk/>
            <pc:sldMk cId="1835427899" sldId="269"/>
            <ac:grpSpMk id="72" creationId="{17147D5D-F01F-4164-BD81-D10DC6F23E41}"/>
          </ac:grpSpMkLst>
        </pc:grpChg>
        <pc:grpChg chg="add">
          <ac:chgData name="Simbarashe Razemba" userId="5c463179ce96705d" providerId="LiveId" clId="{3B959800-3686-49A7-9DAD-07CD30FD74E4}" dt="2025-12-04T18:13:56.248" v="5285" actId="26606"/>
          <ac:grpSpMkLst>
            <pc:docMk/>
            <pc:sldMk cId="1835427899" sldId="269"/>
            <ac:grpSpMk id="78" creationId="{6D0E248E-80AB-4B35-BA8D-F940FCB44326}"/>
          </ac:grpSpMkLst>
        </pc:grpChg>
        <pc:picChg chg="add del">
          <ac:chgData name="Simbarashe Razemba" userId="5c463179ce96705d" providerId="LiveId" clId="{3B959800-3686-49A7-9DAD-07CD30FD74E4}" dt="2025-12-03T03:09:10.214" v="4735" actId="478"/>
          <ac:picMkLst>
            <pc:docMk/>
            <pc:sldMk cId="1835427899" sldId="269"/>
            <ac:picMk id="4" creationId="{51CD9787-BA8D-CC34-4556-4341248E8964}"/>
          </ac:picMkLst>
        </pc:picChg>
        <pc:picChg chg="add del">
          <ac:chgData name="Simbarashe Razemba" userId="5c463179ce96705d" providerId="LiveId" clId="{3B959800-3686-49A7-9DAD-07CD30FD74E4}" dt="2025-12-03T03:09:40.777" v="4739" actId="26606"/>
          <ac:picMkLst>
            <pc:docMk/>
            <pc:sldMk cId="1835427899" sldId="269"/>
            <ac:picMk id="33" creationId="{C002F1CA-0623-D20C-DA9C-C644F2196742}"/>
          </ac:picMkLst>
        </pc:picChg>
        <pc:cxnChg chg="add del">
          <ac:chgData name="Simbarashe Razemba" userId="5c463179ce96705d" providerId="LiveId" clId="{3B959800-3686-49A7-9DAD-07CD30FD74E4}" dt="2025-12-03T03:09:40.777" v="4739" actId="26606"/>
          <ac:cxnSpMkLst>
            <pc:docMk/>
            <pc:sldMk cId="1835427899" sldId="269"/>
            <ac:cxnSpMk id="39" creationId="{522632D6-DED9-FDEC-FD9F-09FF0A4544CC}"/>
          </ac:cxnSpMkLst>
        </pc:cxnChg>
      </pc:sldChg>
      <pc:sldChg chg="addSp delSp modSp new mod setBg delDesignElem modNotesTx">
        <pc:chgData name="Simbarashe Razemba" userId="5c463179ce96705d" providerId="LiveId" clId="{3B959800-3686-49A7-9DAD-07CD30FD74E4}" dt="2025-12-04T04:34:55.423" v="4892" actId="1076"/>
        <pc:sldMkLst>
          <pc:docMk/>
          <pc:sldMk cId="321864690" sldId="270"/>
        </pc:sldMkLst>
        <pc:spChg chg="mod">
          <ac:chgData name="Simbarashe Razemba" userId="5c463179ce96705d" providerId="LiveId" clId="{3B959800-3686-49A7-9DAD-07CD30FD74E4}" dt="2025-12-02T01:03:26.146" v="3079" actId="26606"/>
          <ac:spMkLst>
            <pc:docMk/>
            <pc:sldMk cId="321864690" sldId="270"/>
            <ac:spMk id="2" creationId="{8C618330-8823-EA33-CCEA-39168F38B3F8}"/>
          </ac:spMkLst>
        </pc:spChg>
        <pc:spChg chg="add">
          <ac:chgData name="Simbarashe Razemba" userId="5c463179ce96705d" providerId="LiveId" clId="{3B959800-3686-49A7-9DAD-07CD30FD74E4}" dt="2025-12-03T01:57:09.392" v="4472"/>
          <ac:spMkLst>
            <pc:docMk/>
            <pc:sldMk cId="321864690" sldId="270"/>
            <ac:spMk id="3" creationId="{7F1D6D99-C99D-44A3-E40E-2F90E18C86A1}"/>
          </ac:spMkLst>
        </pc:spChg>
        <pc:spChg chg="add mod ord">
          <ac:chgData name="Simbarashe Razemba" userId="5c463179ce96705d" providerId="LiveId" clId="{3B959800-3686-49A7-9DAD-07CD30FD74E4}" dt="2025-12-03T02:52:52.152" v="4687"/>
          <ac:spMkLst>
            <pc:docMk/>
            <pc:sldMk cId="321864690" sldId="270"/>
            <ac:spMk id="9" creationId="{E3AEB732-F47C-B99B-E24A-7A58C1D6FCD3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321864690" sldId="270"/>
            <ac:spMk id="28" creationId="{743AA782-23D1-4521-8CAD-47662984AA08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321864690" sldId="270"/>
            <ac:spMk id="30" creationId="{71877DBC-BB60-40F0-AC93-2ACDBAAE60CE}"/>
          </ac:spMkLst>
        </pc:spChg>
        <pc:picChg chg="add mod ord">
          <ac:chgData name="Simbarashe Razemba" userId="5c463179ce96705d" providerId="LiveId" clId="{3B959800-3686-49A7-9DAD-07CD30FD74E4}" dt="2025-12-04T04:34:55.423" v="4892" actId="1076"/>
          <ac:picMkLst>
            <pc:docMk/>
            <pc:sldMk cId="321864690" sldId="270"/>
            <ac:picMk id="6" creationId="{71AB266D-532A-AE94-87DC-629A68B1E7C9}"/>
          </ac:picMkLst>
        </pc:picChg>
      </pc:sldChg>
      <pc:sldChg chg="addSp delSp modSp new mod ord setBg delDesignElem modNotesTx">
        <pc:chgData name="Simbarashe Razemba" userId="5c463179ce96705d" providerId="LiveId" clId="{3B959800-3686-49A7-9DAD-07CD30FD74E4}" dt="2025-12-04T15:15:09.268" v="5282" actId="20577"/>
        <pc:sldMkLst>
          <pc:docMk/>
          <pc:sldMk cId="3108658972" sldId="271"/>
        </pc:sldMkLst>
        <pc:spChg chg="mod">
          <ac:chgData name="Simbarashe Razemba" userId="5c463179ce96705d" providerId="LiveId" clId="{3B959800-3686-49A7-9DAD-07CD30FD74E4}" dt="2025-12-04T15:11:53.821" v="5253" actId="26606"/>
          <ac:spMkLst>
            <pc:docMk/>
            <pc:sldMk cId="3108658972" sldId="271"/>
            <ac:spMk id="2" creationId="{9BDA293F-FD5C-9F46-ABBF-575FA8B61B01}"/>
          </ac:spMkLst>
        </pc:spChg>
        <pc:spChg chg="add mod">
          <ac:chgData name="Simbarashe Razemba" userId="5c463179ce96705d" providerId="LiveId" clId="{3B959800-3686-49A7-9DAD-07CD30FD74E4}" dt="2025-12-04T15:15:09.268" v="5282" actId="20577"/>
          <ac:spMkLst>
            <pc:docMk/>
            <pc:sldMk cId="3108658972" sldId="271"/>
            <ac:spMk id="7" creationId="{B57D3644-D0B6-3865-D47F-0C61E85F56B4}"/>
          </ac:spMkLst>
        </pc:spChg>
        <pc:grpChg chg="add del">
          <ac:chgData name="Simbarashe Razemba" userId="5c463179ce96705d" providerId="LiveId" clId="{3B959800-3686-49A7-9DAD-07CD30FD74E4}" dt="2025-12-04T15:11:53.821" v="5253" actId="26606"/>
          <ac:grpSpMkLst>
            <pc:docMk/>
            <pc:sldMk cId="3108658972" sldId="271"/>
            <ac:grpSpMk id="9" creationId="{16C73AF9-0D33-5C66-5D79-0D0129904B31}"/>
          </ac:grpSpMkLst>
        </pc:grpChg>
        <pc:grpChg chg="add">
          <ac:chgData name="Simbarashe Razemba" userId="5c463179ce96705d" providerId="LiveId" clId="{3B959800-3686-49A7-9DAD-07CD30FD74E4}" dt="2025-12-04T15:11:53.821" v="5253" actId="26606"/>
          <ac:grpSpMkLst>
            <pc:docMk/>
            <pc:sldMk cId="3108658972" sldId="271"/>
            <ac:grpSpMk id="16" creationId="{6258F736-B256-8039-9DC6-F4E49A5C5AD5}"/>
          </ac:grpSpMkLst>
        </pc:grpChg>
        <pc:grpChg chg="add del">
          <ac:chgData name="Simbarashe Razemba" userId="5c463179ce96705d" providerId="LiveId" clId="{3B959800-3686-49A7-9DAD-07CD30FD74E4}" dt="2025-12-03T02:38:19.891" v="4636" actId="26606"/>
          <ac:grpSpMkLst>
            <pc:docMk/>
            <pc:sldMk cId="3108658972" sldId="271"/>
            <ac:grpSpMk id="17" creationId="{114ED94A-C85D-4CD3-4205-438D21CE6B38}"/>
          </ac:grpSpMkLst>
        </pc:grpChg>
        <pc:grpChg chg="add del">
          <ac:chgData name="Simbarashe Razemba" userId="5c463179ce96705d" providerId="LiveId" clId="{3B959800-3686-49A7-9DAD-07CD30FD74E4}" dt="2025-12-03T02:38:45.529" v="4638" actId="26606"/>
          <ac:grpSpMkLst>
            <pc:docMk/>
            <pc:sldMk cId="3108658972" sldId="271"/>
            <ac:grpSpMk id="19" creationId="{6258F736-B256-8039-9DC6-F4E49A5C5AD5}"/>
          </ac:grpSpMkLst>
        </pc:grpChg>
        <pc:picChg chg="add mod ord">
          <ac:chgData name="Simbarashe Razemba" userId="5c463179ce96705d" providerId="LiveId" clId="{3B959800-3686-49A7-9DAD-07CD30FD74E4}" dt="2025-12-04T15:11:53.821" v="5253" actId="26606"/>
          <ac:picMkLst>
            <pc:docMk/>
            <pc:sldMk cId="3108658972" sldId="271"/>
            <ac:picMk id="6" creationId="{45AE8F38-A109-C6AD-1BBF-7CF89D7D86B4}"/>
          </ac:picMkLst>
        </pc:picChg>
        <pc:cxnChg chg="add del">
          <ac:chgData name="Simbarashe Razemba" userId="5c463179ce96705d" providerId="LiveId" clId="{3B959800-3686-49A7-9DAD-07CD30FD74E4}" dt="2025-12-03T02:38:14.551" v="4634" actId="26606"/>
          <ac:cxnSpMkLst>
            <pc:docMk/>
            <pc:sldMk cId="3108658972" sldId="271"/>
            <ac:cxnSpMk id="12" creationId="{249EDD1B-F94D-B4E6-ACAA-566B9A26FDE3}"/>
          </ac:cxnSpMkLst>
        </pc:cxnChg>
      </pc:sldChg>
      <pc:sldChg chg="addSp delSp modSp new del mod setBg setClrOvrMap delDesignElem">
        <pc:chgData name="Simbarashe Razemba" userId="5c463179ce96705d" providerId="LiveId" clId="{3B959800-3686-49A7-9DAD-07CD30FD74E4}" dt="2025-12-03T22:29:01.261" v="4874" actId="47"/>
        <pc:sldMkLst>
          <pc:docMk/>
          <pc:sldMk cId="189559863" sldId="272"/>
        </pc:sldMkLst>
        <pc:spChg chg="mod">
          <ac:chgData name="Simbarashe Razemba" userId="5c463179ce96705d" providerId="LiveId" clId="{3B959800-3686-49A7-9DAD-07CD30FD74E4}" dt="2025-12-03T03:12:14.184" v="4758" actId="26606"/>
          <ac:spMkLst>
            <pc:docMk/>
            <pc:sldMk cId="189559863" sldId="272"/>
            <ac:spMk id="2" creationId="{7A4327C0-3999-FCDE-D64E-177178C00E5E}"/>
          </ac:spMkLst>
        </pc:spChg>
        <pc:spChg chg="add del mod">
          <ac:chgData name="Simbarashe Razemba" userId="5c463179ce96705d" providerId="LiveId" clId="{3B959800-3686-49A7-9DAD-07CD30FD74E4}" dt="2025-12-03T03:12:27.931" v="4760" actId="1076"/>
          <ac:spMkLst>
            <pc:docMk/>
            <pc:sldMk cId="189559863" sldId="272"/>
            <ac:spMk id="3" creationId="{A1A3963D-75F9-A3EC-96EC-5B4EC8FF7767}"/>
          </ac:spMkLst>
        </pc:spChg>
        <pc:spChg chg="add del">
          <ac:chgData name="Simbarashe Razemba" userId="5c463179ce96705d" providerId="LiveId" clId="{3B959800-3686-49A7-9DAD-07CD30FD74E4}" dt="2025-12-03T03:12:14.184" v="4758" actId="26606"/>
          <ac:spMkLst>
            <pc:docMk/>
            <pc:sldMk cId="189559863" sldId="272"/>
            <ac:spMk id="5" creationId="{777A147A-9ED8-46B4-8660-1B3C2AA880B5}"/>
          </ac:spMkLst>
        </pc:spChg>
        <pc:spChg chg="add del">
          <ac:chgData name="Simbarashe Razemba" userId="5c463179ce96705d" providerId="LiveId" clId="{3B959800-3686-49A7-9DAD-07CD30FD74E4}" dt="2025-12-03T03:12:14.184" v="4758" actId="26606"/>
          <ac:spMkLst>
            <pc:docMk/>
            <pc:sldMk cId="189559863" sldId="272"/>
            <ac:spMk id="6" creationId="{5D6C15A0-C087-4593-8414-2B4EC1CDC3DE}"/>
          </ac:spMkLst>
        </pc:spChg>
        <pc:spChg chg="add del">
          <ac:chgData name="Simbarashe Razemba" userId="5c463179ce96705d" providerId="LiveId" clId="{3B959800-3686-49A7-9DAD-07CD30FD74E4}" dt="2025-12-03T02:57:17.761" v="4692"/>
          <ac:spMkLst>
            <pc:docMk/>
            <pc:sldMk cId="189559863" sldId="272"/>
            <ac:spMk id="8" creationId="{907EF6B7-1338-4443-8C46-6A318D952DFD}"/>
          </ac:spMkLst>
        </pc:spChg>
        <pc:spChg chg="add del">
          <ac:chgData name="Simbarashe Razemba" userId="5c463179ce96705d" providerId="LiveId" clId="{3B959800-3686-49A7-9DAD-07CD30FD74E4}" dt="2025-12-03T02:57:17.761" v="4692"/>
          <ac:spMkLst>
            <pc:docMk/>
            <pc:sldMk cId="189559863" sldId="272"/>
            <ac:spMk id="10" creationId="{DAAE4CDD-124C-4DCF-9584-B6033B545DD5}"/>
          </ac:spMkLst>
        </pc:spChg>
        <pc:spChg chg="add del">
          <ac:chgData name="Simbarashe Razemba" userId="5c463179ce96705d" providerId="LiveId" clId="{3B959800-3686-49A7-9DAD-07CD30FD74E4}" dt="2025-12-03T03:12:11.416" v="4755" actId="26606"/>
          <ac:spMkLst>
            <pc:docMk/>
            <pc:sldMk cId="189559863" sldId="272"/>
            <ac:spMk id="11" creationId="{87BF42CA-AD55-48B4-8949-C4DCA60A6AEE}"/>
          </ac:spMkLst>
        </pc:spChg>
        <pc:spChg chg="add del">
          <ac:chgData name="Simbarashe Razemba" userId="5c463179ce96705d" providerId="LiveId" clId="{3B959800-3686-49A7-9DAD-07CD30FD74E4}" dt="2025-12-03T02:57:17.761" v="4692"/>
          <ac:spMkLst>
            <pc:docMk/>
            <pc:sldMk cId="189559863" sldId="272"/>
            <ac:spMk id="12" creationId="{081E4A58-353D-44AE-B2FC-2A74E2E400F7}"/>
          </ac:spMkLst>
        </pc:spChg>
        <pc:spChg chg="add del">
          <ac:chgData name="Simbarashe Razemba" userId="5c463179ce96705d" providerId="LiveId" clId="{3B959800-3686-49A7-9DAD-07CD30FD74E4}" dt="2025-12-03T03:12:11.416" v="4755" actId="26606"/>
          <ac:spMkLst>
            <pc:docMk/>
            <pc:sldMk cId="189559863" sldId="272"/>
            <ac:spMk id="13" creationId="{66AE1D3D-3106-4CB2-AA7C-0C1642AC0F2E}"/>
          </ac:spMkLst>
        </pc:spChg>
        <pc:spChg chg="add del">
          <ac:chgData name="Simbarashe Razemba" userId="5c463179ce96705d" providerId="LiveId" clId="{3B959800-3686-49A7-9DAD-07CD30FD74E4}" dt="2025-12-03T03:12:14.163" v="4757" actId="26606"/>
          <ac:spMkLst>
            <pc:docMk/>
            <pc:sldMk cId="189559863" sldId="272"/>
            <ac:spMk id="22" creationId="{889C5E17-24D0-4696-A3C5-A2261FB455FA}"/>
          </ac:spMkLst>
        </pc:spChg>
        <pc:spChg chg="add del">
          <ac:chgData name="Simbarashe Razemba" userId="5c463179ce96705d" providerId="LiveId" clId="{3B959800-3686-49A7-9DAD-07CD30FD74E4}" dt="2025-12-03T03:12:14.163" v="4757" actId="26606"/>
          <ac:spMkLst>
            <pc:docMk/>
            <pc:sldMk cId="189559863" sldId="272"/>
            <ac:spMk id="23" creationId="{6929B58F-2358-44CC-ACE5-EF1BD3C6C824}"/>
          </ac:spMkLst>
        </pc:spChg>
        <pc:spChg chg="add">
          <ac:chgData name="Simbarashe Razemba" userId="5c463179ce96705d" providerId="LiveId" clId="{3B959800-3686-49A7-9DAD-07CD30FD74E4}" dt="2025-12-03T03:12:14.184" v="4758" actId="26606"/>
          <ac:spMkLst>
            <pc:docMk/>
            <pc:sldMk cId="189559863" sldId="272"/>
            <ac:spMk id="29" creationId="{87BF42CA-AD55-48B4-8949-C4DCA60A6AEE}"/>
          </ac:spMkLst>
        </pc:spChg>
        <pc:spChg chg="add">
          <ac:chgData name="Simbarashe Razemba" userId="5c463179ce96705d" providerId="LiveId" clId="{3B959800-3686-49A7-9DAD-07CD30FD74E4}" dt="2025-12-03T03:12:14.184" v="4758" actId="26606"/>
          <ac:spMkLst>
            <pc:docMk/>
            <pc:sldMk cId="189559863" sldId="272"/>
            <ac:spMk id="30" creationId="{66AE1D3D-3106-4CB2-AA7C-0C1642AC0F2E}"/>
          </ac:spMkLst>
        </pc:spChg>
        <pc:grpChg chg="add del">
          <ac:chgData name="Simbarashe Razemba" userId="5c463179ce96705d" providerId="LiveId" clId="{3B959800-3686-49A7-9DAD-07CD30FD74E4}" dt="2025-12-03T03:12:11.416" v="4755" actId="26606"/>
          <ac:grpSpMkLst>
            <pc:docMk/>
            <pc:sldMk cId="189559863" sldId="272"/>
            <ac:grpSpMk id="15" creationId="{0A31B6AF-B711-4CDB-8C2B-16E963DDC4C5}"/>
          </ac:grpSpMkLst>
        </pc:grpChg>
        <pc:grpChg chg="add del">
          <ac:chgData name="Simbarashe Razemba" userId="5c463179ce96705d" providerId="LiveId" clId="{3B959800-3686-49A7-9DAD-07CD30FD74E4}" dt="2025-12-03T03:12:14.163" v="4757" actId="26606"/>
          <ac:grpSpMkLst>
            <pc:docMk/>
            <pc:sldMk cId="189559863" sldId="272"/>
            <ac:grpSpMk id="24" creationId="{09DA5303-A1AF-4830-806C-51FCD96188B7}"/>
          </ac:grpSpMkLst>
        </pc:grpChg>
        <pc:grpChg chg="add">
          <ac:chgData name="Simbarashe Razemba" userId="5c463179ce96705d" providerId="LiveId" clId="{3B959800-3686-49A7-9DAD-07CD30FD74E4}" dt="2025-12-03T03:12:14.184" v="4758" actId="26606"/>
          <ac:grpSpMkLst>
            <pc:docMk/>
            <pc:sldMk cId="189559863" sldId="272"/>
            <ac:grpSpMk id="31" creationId="{0A31B6AF-B711-4CDB-8C2B-16E963DDC4C5}"/>
          </ac:grpSpMkLst>
        </pc:grpChg>
      </pc:sldChg>
      <pc:sldChg chg="addSp delSp modSp add mod setBg delDesignElem">
        <pc:chgData name="Simbarashe Razemba" userId="5c463179ce96705d" providerId="LiveId" clId="{3B959800-3686-49A7-9DAD-07CD30FD74E4}" dt="2025-12-03T03:40:14.961" v="4855"/>
        <pc:sldMkLst>
          <pc:docMk/>
          <pc:sldMk cId="618332905" sldId="273"/>
        </pc:sldMkLst>
        <pc:spChg chg="mod">
          <ac:chgData name="Simbarashe Razemba" userId="5c463179ce96705d" providerId="LiveId" clId="{3B959800-3686-49A7-9DAD-07CD30FD74E4}" dt="2025-12-03T02:52:52.152" v="4687"/>
          <ac:spMkLst>
            <pc:docMk/>
            <pc:sldMk cId="618332905" sldId="273"/>
            <ac:spMk id="2" creationId="{E5564315-50E1-8BF4-D46D-0D2784669487}"/>
          </ac:spMkLst>
        </pc:spChg>
        <pc:spChg chg="mod">
          <ac:chgData name="Simbarashe Razemba" userId="5c463179ce96705d" providerId="LiveId" clId="{3B959800-3686-49A7-9DAD-07CD30FD74E4}" dt="2025-12-03T01:59:39.433" v="4521"/>
          <ac:spMkLst>
            <pc:docMk/>
            <pc:sldMk cId="618332905" sldId="273"/>
            <ac:spMk id="9" creationId="{A301ABEE-C39D-F8FB-7FE8-14BBAB9148FE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618332905" sldId="273"/>
            <ac:spMk id="28" creationId="{5920619B-8F79-9B4A-4A29-9A3AADA94416}"/>
          </ac:spMkLst>
        </pc:spChg>
        <pc:spChg chg="add del">
          <ac:chgData name="Simbarashe Razemba" userId="5c463179ce96705d" providerId="LiveId" clId="{3B959800-3686-49A7-9DAD-07CD30FD74E4}" dt="2025-12-03T02:52:52.152" v="4687"/>
          <ac:spMkLst>
            <pc:docMk/>
            <pc:sldMk cId="618332905" sldId="273"/>
            <ac:spMk id="30" creationId="{2FD2A9D1-7E86-3B5C-D848-889AAD231329}"/>
          </ac:spMkLst>
        </pc:spChg>
        <pc:picChg chg="add mod">
          <ac:chgData name="Simbarashe Razemba" userId="5c463179ce96705d" providerId="LiveId" clId="{3B959800-3686-49A7-9DAD-07CD30FD74E4}" dt="2025-12-02T01:31:20.935" v="3496" actId="14100"/>
          <ac:picMkLst>
            <pc:docMk/>
            <pc:sldMk cId="618332905" sldId="273"/>
            <ac:picMk id="7" creationId="{E9A06BDA-A8CD-B615-4F8A-23DE27B52F97}"/>
          </ac:picMkLst>
        </pc:picChg>
      </pc:sldChg>
      <pc:sldChg chg="addSp delSp modSp new mod setBg modClrScheme chgLayout">
        <pc:chgData name="Simbarashe Razemba" userId="5c463179ce96705d" providerId="LiveId" clId="{3B959800-3686-49A7-9DAD-07CD30FD74E4}" dt="2025-12-03T03:40:44.992" v="4857"/>
        <pc:sldMkLst>
          <pc:docMk/>
          <pc:sldMk cId="517907561" sldId="274"/>
        </pc:sldMkLst>
        <pc:spChg chg="del mod ord">
          <ac:chgData name="Simbarashe Razemba" userId="5c463179ce96705d" providerId="LiveId" clId="{3B959800-3686-49A7-9DAD-07CD30FD74E4}" dt="2025-12-03T03:27:40.364" v="4780" actId="700"/>
          <ac:spMkLst>
            <pc:docMk/>
            <pc:sldMk cId="517907561" sldId="274"/>
            <ac:spMk id="2" creationId="{DEAF71EC-2A5B-B0C3-92DF-69E1D1808426}"/>
          </ac:spMkLst>
        </pc:spChg>
        <pc:spChg chg="del mod ord">
          <ac:chgData name="Simbarashe Razemba" userId="5c463179ce96705d" providerId="LiveId" clId="{3B959800-3686-49A7-9DAD-07CD30FD74E4}" dt="2025-12-03T03:27:40.364" v="4780" actId="700"/>
          <ac:spMkLst>
            <pc:docMk/>
            <pc:sldMk cId="517907561" sldId="274"/>
            <ac:spMk id="3" creationId="{1118EC3E-41B7-E0F3-512A-6AE03A944CBB}"/>
          </ac:spMkLst>
        </pc:spChg>
        <pc:spChg chg="del">
          <ac:chgData name="Simbarashe Razemba" userId="5c463179ce96705d" providerId="LiveId" clId="{3B959800-3686-49A7-9DAD-07CD30FD74E4}" dt="2025-12-03T03:27:40.364" v="4780" actId="700"/>
          <ac:spMkLst>
            <pc:docMk/>
            <pc:sldMk cId="517907561" sldId="274"/>
            <ac:spMk id="4" creationId="{C3AF9573-2302-C721-8588-48FC13B494E7}"/>
          </ac:spMkLst>
        </pc:spChg>
        <pc:spChg chg="add mod ord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5" creationId="{498FB1CF-D964-FE0C-708B-5A6B4210721D}"/>
          </ac:spMkLst>
        </pc:spChg>
        <pc:spChg chg="add del mod ord">
          <ac:chgData name="Simbarashe Razemba" userId="5c463179ce96705d" providerId="LiveId" clId="{3B959800-3686-49A7-9DAD-07CD30FD74E4}" dt="2025-12-03T03:29:06.976" v="4803" actId="22"/>
          <ac:spMkLst>
            <pc:docMk/>
            <pc:sldMk cId="517907561" sldId="274"/>
            <ac:spMk id="6" creationId="{20A4BAAE-1B3E-184F-F868-5D36146852BA}"/>
          </ac:spMkLst>
        </pc:spChg>
        <pc:spChg chg="add del">
          <ac:chgData name="Simbarashe Razemba" userId="5c463179ce96705d" providerId="LiveId" clId="{3B959800-3686-49A7-9DAD-07CD30FD74E4}" dt="2025-12-03T03:32:08.653" v="4819" actId="26606"/>
          <ac:spMkLst>
            <pc:docMk/>
            <pc:sldMk cId="517907561" sldId="274"/>
            <ac:spMk id="13" creationId="{A4AC5506-6312-4701-8D3C-40187889A947}"/>
          </ac:spMkLst>
        </pc:spChg>
        <pc:spChg chg="add del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18" creationId="{A8384FB5-9ADC-4DDC-881B-597D56F5B15D}"/>
          </ac:spMkLst>
        </pc:spChg>
        <pc:spChg chg="add del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20" creationId="{1199E1B1-A8C0-4FE8-A5A8-1CB41D69F857}"/>
          </ac:spMkLst>
        </pc:spChg>
        <pc:spChg chg="add del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22" creationId="{84A8DE83-DE75-4B41-9DB4-A7EC0B0DEC0B}"/>
          </ac:spMkLst>
        </pc:spChg>
        <pc:spChg chg="add del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24" creationId="{A7009A0A-BEF5-4EAC-AF15-E4F9F002E239}"/>
          </ac:spMkLst>
        </pc:spChg>
        <pc:spChg chg="add del">
          <ac:chgData name="Simbarashe Razemba" userId="5c463179ce96705d" providerId="LiveId" clId="{3B959800-3686-49A7-9DAD-07CD30FD74E4}" dt="2025-12-03T03:35:07.976" v="4826" actId="26606"/>
          <ac:spMkLst>
            <pc:docMk/>
            <pc:sldMk cId="517907561" sldId="274"/>
            <ac:spMk id="29" creationId="{A4AC5506-6312-4701-8D3C-40187889A947}"/>
          </ac:spMkLst>
        </pc:spChg>
        <pc:picChg chg="add mod ord">
          <ac:chgData name="Simbarashe Razemba" userId="5c463179ce96705d" providerId="LiveId" clId="{3B959800-3686-49A7-9DAD-07CD30FD74E4}" dt="2025-12-03T03:35:07.976" v="4826" actId="26606"/>
          <ac:picMkLst>
            <pc:docMk/>
            <pc:sldMk cId="517907561" sldId="274"/>
            <ac:picMk id="8" creationId="{B33BCCC7-0D34-7C7A-21E3-89BD8B509B98}"/>
          </ac:picMkLst>
        </pc:picChg>
      </pc:sldChg>
      <pc:sldChg chg="modSp add mod">
        <pc:chgData name="Simbarashe Razemba" userId="5c463179ce96705d" providerId="LiveId" clId="{3B959800-3686-49A7-9DAD-07CD30FD74E4}" dt="2025-12-03T22:28:55.222" v="4873" actId="403"/>
        <pc:sldMkLst>
          <pc:docMk/>
          <pc:sldMk cId="4027602737" sldId="275"/>
        </pc:sldMkLst>
        <pc:spChg chg="mod">
          <ac:chgData name="Simbarashe Razemba" userId="5c463179ce96705d" providerId="LiveId" clId="{3B959800-3686-49A7-9DAD-07CD30FD74E4}" dt="2025-12-03T22:28:20.444" v="4869" actId="20577"/>
          <ac:spMkLst>
            <pc:docMk/>
            <pc:sldMk cId="4027602737" sldId="275"/>
            <ac:spMk id="2" creationId="{F7B7D08F-F2A8-DDFB-D761-606847E3A999}"/>
          </ac:spMkLst>
        </pc:spChg>
        <pc:spChg chg="mod">
          <ac:chgData name="Simbarashe Razemba" userId="5c463179ce96705d" providerId="LiveId" clId="{3B959800-3686-49A7-9DAD-07CD30FD74E4}" dt="2025-12-03T22:28:55.222" v="4873" actId="403"/>
          <ac:spMkLst>
            <pc:docMk/>
            <pc:sldMk cId="4027602737" sldId="275"/>
            <ac:spMk id="3" creationId="{8B439626-EEBA-5423-5B06-3CF21ED2955E}"/>
          </ac:spMkLst>
        </pc:spChg>
      </pc:sldChg>
      <pc:sldMasterChg chg="setBg modSldLayout">
        <pc:chgData name="Simbarashe Razemba" userId="5c463179ce96705d" providerId="LiveId" clId="{3B959800-3686-49A7-9DAD-07CD30FD74E4}" dt="2025-12-03T03:40:14.961" v="4855"/>
        <pc:sldMasterMkLst>
          <pc:docMk/>
          <pc:sldMasterMk cId="2209977519" sldId="2147483648"/>
        </pc:sldMasterMkLst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Simbarashe Razemba" userId="5c463179ce96705d" providerId="LiveId" clId="{3B959800-3686-49A7-9DAD-07CD30FD74E4}" dt="2025-12-03T03:40:14.961" v="4855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del setBg delSldLayout modSldLayout">
        <pc:chgData name="Simbarashe Razemba" userId="5c463179ce96705d" providerId="LiveId" clId="{3B959800-3686-49A7-9DAD-07CD30FD74E4}" dt="2025-12-03T22:29:01.261" v="4874" actId="47"/>
        <pc:sldMasterMkLst>
          <pc:docMk/>
          <pc:sldMasterMk cId="2400853133" sldId="2147483660"/>
        </pc:sldMasterMkLst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2159470403" sldId="2147483661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3436099018" sldId="2147483662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603810681" sldId="2147483663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1805269677" sldId="2147483664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1434526313" sldId="2147483665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653159397" sldId="2147483666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1183215161" sldId="2147483667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2940291875" sldId="2147483668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2880569042" sldId="2147483669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1429749797" sldId="2147483670"/>
          </pc:sldLayoutMkLst>
        </pc:sldLayoutChg>
        <pc:sldLayoutChg chg="del setBg">
          <pc:chgData name="Simbarashe Razemba" userId="5c463179ce96705d" providerId="LiveId" clId="{3B959800-3686-49A7-9DAD-07CD30FD74E4}" dt="2025-12-03T22:29:01.261" v="4874" actId="47"/>
          <pc:sldLayoutMkLst>
            <pc:docMk/>
            <pc:sldMasterMk cId="2400853133" sldId="2147483660"/>
            <pc:sldLayoutMk cId="1535788562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8DFA94-826D-498D-A400-9AF7FE16A12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C2C334-A58B-482F-B904-318EEF8786C0}">
      <dgm:prSet/>
      <dgm:spPr/>
      <dgm:t>
        <a:bodyPr/>
        <a:lstStyle/>
        <a:p>
          <a:r>
            <a:rPr lang="en-US" b="1" dirty="0"/>
            <a:t>Insights</a:t>
          </a:r>
          <a:r>
            <a:rPr lang="en-US" dirty="0"/>
            <a:t>: The Bronx processes the most calls at 26% of the total. Staten Island handles the fewest, with just 3%.</a:t>
          </a:r>
        </a:p>
      </dgm:t>
    </dgm:pt>
    <dgm:pt modelId="{FC1C1F46-9EC4-427E-8DC0-4AD6062BB8CF}" type="parTrans" cxnId="{C6DC6486-F03C-4D07-BAE5-3A51231797B3}">
      <dgm:prSet/>
      <dgm:spPr/>
      <dgm:t>
        <a:bodyPr/>
        <a:lstStyle/>
        <a:p>
          <a:endParaRPr lang="en-US"/>
        </a:p>
      </dgm:t>
    </dgm:pt>
    <dgm:pt modelId="{3533B285-1CC5-431F-9E64-FA9E6E8727DF}" type="sibTrans" cxnId="{C6DC6486-F03C-4D07-BAE5-3A51231797B3}">
      <dgm:prSet/>
      <dgm:spPr/>
      <dgm:t>
        <a:bodyPr/>
        <a:lstStyle/>
        <a:p>
          <a:endParaRPr lang="en-US"/>
        </a:p>
      </dgm:t>
    </dgm:pt>
    <dgm:pt modelId="{6D618746-6F7A-4DEF-BE3D-7B21F3990C85}">
      <dgm:prSet/>
      <dgm:spPr/>
      <dgm:t>
        <a:bodyPr/>
        <a:lstStyle/>
        <a:p>
          <a:r>
            <a:rPr lang="en-US" b="1" dirty="0"/>
            <a:t>Problem identified</a:t>
          </a:r>
          <a:r>
            <a:rPr lang="en-US" dirty="0"/>
            <a:t>: The data highlights a significant imbalance in the volume of calls handled by different boroughs.</a:t>
          </a:r>
        </a:p>
      </dgm:t>
    </dgm:pt>
    <dgm:pt modelId="{3BA81C3B-7554-4101-B5A7-4CFFF0279413}" type="parTrans" cxnId="{B1A2DBF3-47A5-4872-BFA2-50E2BB0C9A12}">
      <dgm:prSet/>
      <dgm:spPr/>
      <dgm:t>
        <a:bodyPr/>
        <a:lstStyle/>
        <a:p>
          <a:endParaRPr lang="en-US"/>
        </a:p>
      </dgm:t>
    </dgm:pt>
    <dgm:pt modelId="{CF61056C-9485-4999-BB16-9EA8E83B349E}" type="sibTrans" cxnId="{B1A2DBF3-47A5-4872-BFA2-50E2BB0C9A12}">
      <dgm:prSet/>
      <dgm:spPr/>
      <dgm:t>
        <a:bodyPr/>
        <a:lstStyle/>
        <a:p>
          <a:endParaRPr lang="en-US"/>
        </a:p>
      </dgm:t>
    </dgm:pt>
    <dgm:pt modelId="{E85CACBB-4570-487D-8DC5-E253D257DB1D}">
      <dgm:prSet/>
      <dgm:spPr/>
      <dgm:t>
        <a:bodyPr/>
        <a:lstStyle/>
        <a:p>
          <a:r>
            <a:rPr lang="en-US" b="1"/>
            <a:t>Strategy: </a:t>
          </a:r>
          <a:r>
            <a:rPr lang="en-US"/>
            <a:t>Implement a Data-Driven Workload Model, Reconfigure Patrol Boundaries</a:t>
          </a:r>
          <a:r>
            <a:rPr lang="en-US" b="1"/>
            <a:t>, </a:t>
          </a:r>
          <a:r>
            <a:rPr lang="en-US"/>
            <a:t>Strategic Officer Assignment.</a:t>
          </a:r>
        </a:p>
      </dgm:t>
    </dgm:pt>
    <dgm:pt modelId="{A7F91D43-6851-4BC6-B937-EE3CE602BB51}" type="parTrans" cxnId="{FD476E95-F9AC-4993-9CB7-1B4B8E71D743}">
      <dgm:prSet/>
      <dgm:spPr/>
      <dgm:t>
        <a:bodyPr/>
        <a:lstStyle/>
        <a:p>
          <a:endParaRPr lang="en-US"/>
        </a:p>
      </dgm:t>
    </dgm:pt>
    <dgm:pt modelId="{48F16299-E1C7-4973-AB92-67F97E3DA7CF}" type="sibTrans" cxnId="{FD476E95-F9AC-4993-9CB7-1B4B8E71D743}">
      <dgm:prSet/>
      <dgm:spPr/>
      <dgm:t>
        <a:bodyPr/>
        <a:lstStyle/>
        <a:p>
          <a:endParaRPr lang="en-US"/>
        </a:p>
      </dgm:t>
    </dgm:pt>
    <dgm:pt modelId="{AEF918BA-4D13-48AD-B0DE-EC0A1798CA58}" type="pres">
      <dgm:prSet presAssocID="{FF8DFA94-826D-498D-A400-9AF7FE16A120}" presName="vert0" presStyleCnt="0">
        <dgm:presLayoutVars>
          <dgm:dir/>
          <dgm:animOne val="branch"/>
          <dgm:animLvl val="lvl"/>
        </dgm:presLayoutVars>
      </dgm:prSet>
      <dgm:spPr/>
    </dgm:pt>
    <dgm:pt modelId="{10BA1CFA-2FEE-42D6-9810-B75BBF674FC0}" type="pres">
      <dgm:prSet presAssocID="{5BC2C334-A58B-482F-B904-318EEF8786C0}" presName="thickLine" presStyleLbl="alignNode1" presStyleIdx="0" presStyleCnt="3"/>
      <dgm:spPr/>
    </dgm:pt>
    <dgm:pt modelId="{23408938-CCB3-428F-9B45-2E8993F5258B}" type="pres">
      <dgm:prSet presAssocID="{5BC2C334-A58B-482F-B904-318EEF8786C0}" presName="horz1" presStyleCnt="0"/>
      <dgm:spPr/>
    </dgm:pt>
    <dgm:pt modelId="{AEFFCC2A-7F5F-4DDC-92CC-C88A6DBE1832}" type="pres">
      <dgm:prSet presAssocID="{5BC2C334-A58B-482F-B904-318EEF8786C0}" presName="tx1" presStyleLbl="revTx" presStyleIdx="0" presStyleCnt="3"/>
      <dgm:spPr/>
    </dgm:pt>
    <dgm:pt modelId="{002B59DD-E29A-4966-BAC5-095C36C832C5}" type="pres">
      <dgm:prSet presAssocID="{5BC2C334-A58B-482F-B904-318EEF8786C0}" presName="vert1" presStyleCnt="0"/>
      <dgm:spPr/>
    </dgm:pt>
    <dgm:pt modelId="{39A1968E-0981-4F4D-A4BA-FC90B0CE2E88}" type="pres">
      <dgm:prSet presAssocID="{6D618746-6F7A-4DEF-BE3D-7B21F3990C85}" presName="thickLine" presStyleLbl="alignNode1" presStyleIdx="1" presStyleCnt="3"/>
      <dgm:spPr/>
    </dgm:pt>
    <dgm:pt modelId="{03CFB535-9A57-496A-B11C-1E655AA8DCB7}" type="pres">
      <dgm:prSet presAssocID="{6D618746-6F7A-4DEF-BE3D-7B21F3990C85}" presName="horz1" presStyleCnt="0"/>
      <dgm:spPr/>
    </dgm:pt>
    <dgm:pt modelId="{C0A266E2-6AAF-4E75-A882-652A0B4CE481}" type="pres">
      <dgm:prSet presAssocID="{6D618746-6F7A-4DEF-BE3D-7B21F3990C85}" presName="tx1" presStyleLbl="revTx" presStyleIdx="1" presStyleCnt="3"/>
      <dgm:spPr/>
    </dgm:pt>
    <dgm:pt modelId="{EDAA0812-0FD6-4F9C-9FD5-AF90E95CA3C2}" type="pres">
      <dgm:prSet presAssocID="{6D618746-6F7A-4DEF-BE3D-7B21F3990C85}" presName="vert1" presStyleCnt="0"/>
      <dgm:spPr/>
    </dgm:pt>
    <dgm:pt modelId="{40EE047B-1098-4574-B481-283B4A7C710F}" type="pres">
      <dgm:prSet presAssocID="{E85CACBB-4570-487D-8DC5-E253D257DB1D}" presName="thickLine" presStyleLbl="alignNode1" presStyleIdx="2" presStyleCnt="3"/>
      <dgm:spPr/>
    </dgm:pt>
    <dgm:pt modelId="{3CB4216A-B737-4C50-BA2F-24D792DF692F}" type="pres">
      <dgm:prSet presAssocID="{E85CACBB-4570-487D-8DC5-E253D257DB1D}" presName="horz1" presStyleCnt="0"/>
      <dgm:spPr/>
    </dgm:pt>
    <dgm:pt modelId="{7C0130A0-60DC-4BEE-A438-33E6A6F936E4}" type="pres">
      <dgm:prSet presAssocID="{E85CACBB-4570-487D-8DC5-E253D257DB1D}" presName="tx1" presStyleLbl="revTx" presStyleIdx="2" presStyleCnt="3"/>
      <dgm:spPr/>
    </dgm:pt>
    <dgm:pt modelId="{B9AA5645-7463-41A4-834D-206119E0F628}" type="pres">
      <dgm:prSet presAssocID="{E85CACBB-4570-487D-8DC5-E253D257DB1D}" presName="vert1" presStyleCnt="0"/>
      <dgm:spPr/>
    </dgm:pt>
  </dgm:ptLst>
  <dgm:cxnLst>
    <dgm:cxn modelId="{41439A0D-9D35-4045-B52A-B71C5D70C784}" type="presOf" srcId="{6D618746-6F7A-4DEF-BE3D-7B21F3990C85}" destId="{C0A266E2-6AAF-4E75-A882-652A0B4CE481}" srcOrd="0" destOrd="0" presId="urn:microsoft.com/office/officeart/2008/layout/LinedList"/>
    <dgm:cxn modelId="{7292C122-3C17-470E-9AF5-0F0CE831EADB}" type="presOf" srcId="{E85CACBB-4570-487D-8DC5-E253D257DB1D}" destId="{7C0130A0-60DC-4BEE-A438-33E6A6F936E4}" srcOrd="0" destOrd="0" presId="urn:microsoft.com/office/officeart/2008/layout/LinedList"/>
    <dgm:cxn modelId="{C6DC6486-F03C-4D07-BAE5-3A51231797B3}" srcId="{FF8DFA94-826D-498D-A400-9AF7FE16A120}" destId="{5BC2C334-A58B-482F-B904-318EEF8786C0}" srcOrd="0" destOrd="0" parTransId="{FC1C1F46-9EC4-427E-8DC0-4AD6062BB8CF}" sibTransId="{3533B285-1CC5-431F-9E64-FA9E6E8727DF}"/>
    <dgm:cxn modelId="{FD476E95-F9AC-4993-9CB7-1B4B8E71D743}" srcId="{FF8DFA94-826D-498D-A400-9AF7FE16A120}" destId="{E85CACBB-4570-487D-8DC5-E253D257DB1D}" srcOrd="2" destOrd="0" parTransId="{A7F91D43-6851-4BC6-B937-EE3CE602BB51}" sibTransId="{48F16299-E1C7-4973-AB92-67F97E3DA7CF}"/>
    <dgm:cxn modelId="{7FAD42CF-36BB-4CB1-9409-082D8CECA038}" type="presOf" srcId="{5BC2C334-A58B-482F-B904-318EEF8786C0}" destId="{AEFFCC2A-7F5F-4DDC-92CC-C88A6DBE1832}" srcOrd="0" destOrd="0" presId="urn:microsoft.com/office/officeart/2008/layout/LinedList"/>
    <dgm:cxn modelId="{DD9F0FD7-5E3B-4E66-931B-C650E25A21CE}" type="presOf" srcId="{FF8DFA94-826D-498D-A400-9AF7FE16A120}" destId="{AEF918BA-4D13-48AD-B0DE-EC0A1798CA58}" srcOrd="0" destOrd="0" presId="urn:microsoft.com/office/officeart/2008/layout/LinedList"/>
    <dgm:cxn modelId="{B1A2DBF3-47A5-4872-BFA2-50E2BB0C9A12}" srcId="{FF8DFA94-826D-498D-A400-9AF7FE16A120}" destId="{6D618746-6F7A-4DEF-BE3D-7B21F3990C85}" srcOrd="1" destOrd="0" parTransId="{3BA81C3B-7554-4101-B5A7-4CFFF0279413}" sibTransId="{CF61056C-9485-4999-BB16-9EA8E83B349E}"/>
    <dgm:cxn modelId="{4793A342-1667-43C6-B37A-A40C79136152}" type="presParOf" srcId="{AEF918BA-4D13-48AD-B0DE-EC0A1798CA58}" destId="{10BA1CFA-2FEE-42D6-9810-B75BBF674FC0}" srcOrd="0" destOrd="0" presId="urn:microsoft.com/office/officeart/2008/layout/LinedList"/>
    <dgm:cxn modelId="{7126B21B-3EBA-4C60-B5AD-580E349662FF}" type="presParOf" srcId="{AEF918BA-4D13-48AD-B0DE-EC0A1798CA58}" destId="{23408938-CCB3-428F-9B45-2E8993F5258B}" srcOrd="1" destOrd="0" presId="urn:microsoft.com/office/officeart/2008/layout/LinedList"/>
    <dgm:cxn modelId="{8354286E-E8D8-4140-9E11-AFCFB0F419BC}" type="presParOf" srcId="{23408938-CCB3-428F-9B45-2E8993F5258B}" destId="{AEFFCC2A-7F5F-4DDC-92CC-C88A6DBE1832}" srcOrd="0" destOrd="0" presId="urn:microsoft.com/office/officeart/2008/layout/LinedList"/>
    <dgm:cxn modelId="{19180EC7-C00D-4776-9458-EB5DF61EFE95}" type="presParOf" srcId="{23408938-CCB3-428F-9B45-2E8993F5258B}" destId="{002B59DD-E29A-4966-BAC5-095C36C832C5}" srcOrd="1" destOrd="0" presId="urn:microsoft.com/office/officeart/2008/layout/LinedList"/>
    <dgm:cxn modelId="{680DBBD9-7B1D-433A-A6FF-D85690896FE4}" type="presParOf" srcId="{AEF918BA-4D13-48AD-B0DE-EC0A1798CA58}" destId="{39A1968E-0981-4F4D-A4BA-FC90B0CE2E88}" srcOrd="2" destOrd="0" presId="urn:microsoft.com/office/officeart/2008/layout/LinedList"/>
    <dgm:cxn modelId="{69321A13-2351-46D3-80ED-5BF648AC9C0B}" type="presParOf" srcId="{AEF918BA-4D13-48AD-B0DE-EC0A1798CA58}" destId="{03CFB535-9A57-496A-B11C-1E655AA8DCB7}" srcOrd="3" destOrd="0" presId="urn:microsoft.com/office/officeart/2008/layout/LinedList"/>
    <dgm:cxn modelId="{1912113D-33D5-42E8-A8E6-6CBD22AA9AC7}" type="presParOf" srcId="{03CFB535-9A57-496A-B11C-1E655AA8DCB7}" destId="{C0A266E2-6AAF-4E75-A882-652A0B4CE481}" srcOrd="0" destOrd="0" presId="urn:microsoft.com/office/officeart/2008/layout/LinedList"/>
    <dgm:cxn modelId="{530EB771-0D8C-43F8-B3E8-A324CB9EEE22}" type="presParOf" srcId="{03CFB535-9A57-496A-B11C-1E655AA8DCB7}" destId="{EDAA0812-0FD6-4F9C-9FD5-AF90E95CA3C2}" srcOrd="1" destOrd="0" presId="urn:microsoft.com/office/officeart/2008/layout/LinedList"/>
    <dgm:cxn modelId="{B134AFE6-5FF5-4DA3-AA89-B6D0CBC6655F}" type="presParOf" srcId="{AEF918BA-4D13-48AD-B0DE-EC0A1798CA58}" destId="{40EE047B-1098-4574-B481-283B4A7C710F}" srcOrd="4" destOrd="0" presId="urn:microsoft.com/office/officeart/2008/layout/LinedList"/>
    <dgm:cxn modelId="{43ECB381-9884-46E6-A03E-122157CF1A04}" type="presParOf" srcId="{AEF918BA-4D13-48AD-B0DE-EC0A1798CA58}" destId="{3CB4216A-B737-4C50-BA2F-24D792DF692F}" srcOrd="5" destOrd="0" presId="urn:microsoft.com/office/officeart/2008/layout/LinedList"/>
    <dgm:cxn modelId="{8C01F8BC-028B-475E-9DAD-6ACA1393F0FB}" type="presParOf" srcId="{3CB4216A-B737-4C50-BA2F-24D792DF692F}" destId="{7C0130A0-60DC-4BEE-A438-33E6A6F936E4}" srcOrd="0" destOrd="0" presId="urn:microsoft.com/office/officeart/2008/layout/LinedList"/>
    <dgm:cxn modelId="{BB501437-F8D4-4031-B92A-53EF9B3DC244}" type="presParOf" srcId="{3CB4216A-B737-4C50-BA2F-24D792DF692F}" destId="{B9AA5645-7463-41A4-834D-206119E0F6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A1CFA-2FEE-42D6-9810-B75BBF674FC0}">
      <dsp:nvSpPr>
        <dsp:cNvPr id="0" name=""/>
        <dsp:cNvSpPr/>
      </dsp:nvSpPr>
      <dsp:spPr>
        <a:xfrm>
          <a:off x="0" y="1727"/>
          <a:ext cx="3914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FCC2A-7F5F-4DDC-92CC-C88A6DBE1832}">
      <dsp:nvSpPr>
        <dsp:cNvPr id="0" name=""/>
        <dsp:cNvSpPr/>
      </dsp:nvSpPr>
      <dsp:spPr>
        <a:xfrm>
          <a:off x="0" y="1727"/>
          <a:ext cx="3914480" cy="117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Insights</a:t>
          </a:r>
          <a:r>
            <a:rPr lang="en-US" sz="1800" kern="1200" dirty="0"/>
            <a:t>: The Bronx processes the most calls at 26% of the total. Staten Island handles the fewest, with just 3%.</a:t>
          </a:r>
        </a:p>
      </dsp:txBody>
      <dsp:txXfrm>
        <a:off x="0" y="1727"/>
        <a:ext cx="3914480" cy="1177985"/>
      </dsp:txXfrm>
    </dsp:sp>
    <dsp:sp modelId="{39A1968E-0981-4F4D-A4BA-FC90B0CE2E88}">
      <dsp:nvSpPr>
        <dsp:cNvPr id="0" name=""/>
        <dsp:cNvSpPr/>
      </dsp:nvSpPr>
      <dsp:spPr>
        <a:xfrm>
          <a:off x="0" y="1179712"/>
          <a:ext cx="391448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266E2-6AAF-4E75-A882-652A0B4CE481}">
      <dsp:nvSpPr>
        <dsp:cNvPr id="0" name=""/>
        <dsp:cNvSpPr/>
      </dsp:nvSpPr>
      <dsp:spPr>
        <a:xfrm>
          <a:off x="0" y="1179712"/>
          <a:ext cx="3914480" cy="117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Problem identified</a:t>
          </a:r>
          <a:r>
            <a:rPr lang="en-US" sz="1800" kern="1200" dirty="0"/>
            <a:t>: The data highlights a significant imbalance in the volume of calls handled by different boroughs.</a:t>
          </a:r>
        </a:p>
      </dsp:txBody>
      <dsp:txXfrm>
        <a:off x="0" y="1179712"/>
        <a:ext cx="3914480" cy="1177985"/>
      </dsp:txXfrm>
    </dsp:sp>
    <dsp:sp modelId="{40EE047B-1098-4574-B481-283B4A7C710F}">
      <dsp:nvSpPr>
        <dsp:cNvPr id="0" name=""/>
        <dsp:cNvSpPr/>
      </dsp:nvSpPr>
      <dsp:spPr>
        <a:xfrm>
          <a:off x="0" y="2357697"/>
          <a:ext cx="391448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130A0-60DC-4BEE-A438-33E6A6F936E4}">
      <dsp:nvSpPr>
        <dsp:cNvPr id="0" name=""/>
        <dsp:cNvSpPr/>
      </dsp:nvSpPr>
      <dsp:spPr>
        <a:xfrm>
          <a:off x="0" y="2357697"/>
          <a:ext cx="3914480" cy="117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Strategy: </a:t>
          </a:r>
          <a:r>
            <a:rPr lang="en-US" sz="1800" kern="1200"/>
            <a:t>Implement a Data-Driven Workload Model, Reconfigure Patrol Boundaries</a:t>
          </a:r>
          <a:r>
            <a:rPr lang="en-US" sz="1800" b="1" kern="1200"/>
            <a:t>, </a:t>
          </a:r>
          <a:r>
            <a:rPr lang="en-US" sz="1800" kern="1200"/>
            <a:t>Strategic Officer Assignment.</a:t>
          </a:r>
        </a:p>
      </dsp:txBody>
      <dsp:txXfrm>
        <a:off x="0" y="2357697"/>
        <a:ext cx="3914480" cy="1177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A85A1-6551-40CE-A7E5-9D8931B95E7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52C48-4AC8-4A79-B75C-F5A69FE2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8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46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Brooklyn 1.1, Manhattan 0.9, Queens 0.8, Staten Island 0.3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 Index measures workload versus call-handling capacity during a set time. It shows if demand is below, at, or above capacity. • &lt; 1.0: Capacity exceeds demand (manageable) • ≈ 1.0: Team is fully loaded • &gt; 1.0: Demand exceeds capacity (overload)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Staten Island 533 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9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visibility patrol means </a:t>
            </a:r>
            <a:r>
              <a:rPr lang="en-US" dirty="0"/>
              <a:t>increasing the presence of law enforcement, often in marked vehicles or on foot, to deter crime and ensure public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19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March- St Patrics Day, October-Halloween, May- Mother’s day, Memorial day, Cinco de mayo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2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Efficient communication - Integrate systems and GPS to link dispatch, officers, and tow companies for real-time updates and faster response.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Formalized Tow Service Agreements (TSAs): Formal agreements with specific performance measures for response and clearance times ensure that contracted tow operators are competent and arrive with minimal delays.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 Workflow and Data Entry: Use integrated systems that allow officers to enter data across multiple systems with minimal effort, reducing redundant after-call work (ACW). This minimizes the time spent on manual input.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3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9E903-854F-5D4D-B522-4F3CA0CB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E4653-FF38-1B74-2F18-808C35426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F1BD1-C247-0FAE-991B-5B4E8B455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Efficient communication - Integrate systems and GPS to link dispatch, officers, and tow companies for real-time updates and faster response.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Formalized Tow Service Agreements (TSAs): Formal agreements with specific performance measures for response and clearance times ensure that contracted tow operators are competent and arrive with minimal delays.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 Workflow and Data Entry: Use integrated systems that allow officers to enter data across multiple systems with minimal effort, reducing redundant after-call work (ACW). This minimizes the time spent on manual input.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70EA0-F316-29F4-8081-B218C4F72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51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52C48-4AC8-4A79-B75C-F5A69FE297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32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5" name="Rectangle 17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C4742CAE-E06F-A395-8129-27453333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49" t="6484" r="26583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76" name="Rectangle 17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93F85-04F5-A50A-86DF-7882906E1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000" i="1" dirty="0">
                <a:solidFill>
                  <a:schemeClr val="bg1"/>
                </a:solidFill>
              </a:rPr>
              <a:t>Data Apex</a:t>
            </a:r>
            <a:br>
              <a:rPr lang="en-US" sz="4200" dirty="0">
                <a:solidFill>
                  <a:schemeClr val="bg1"/>
                </a:solidFill>
              </a:rPr>
            </a:br>
            <a:r>
              <a:rPr lang="en-US" sz="4200" dirty="0">
                <a:solidFill>
                  <a:schemeClr val="bg1"/>
                </a:solidFill>
              </a:rPr>
              <a:t>NYPD 911 Calls Analysis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B72F5-B0CD-21FE-18AC-E5A0DF447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i="1" dirty="0">
                <a:solidFill>
                  <a:schemeClr val="bg1"/>
                </a:solidFill>
              </a:rPr>
              <a:t>Ingrid Razemba</a:t>
            </a:r>
          </a:p>
          <a:p>
            <a:pPr algn="l"/>
            <a:r>
              <a:rPr lang="en-US" sz="1700" i="1" dirty="0">
                <a:solidFill>
                  <a:schemeClr val="bg1"/>
                </a:solidFill>
              </a:rPr>
              <a:t>Delight Marumani</a:t>
            </a:r>
          </a:p>
          <a:p>
            <a:pPr algn="l"/>
            <a:r>
              <a:rPr lang="en-US" sz="1700" i="1" dirty="0">
                <a:solidFill>
                  <a:schemeClr val="bg1"/>
                </a:solidFill>
              </a:rPr>
              <a:t>Simbarashe Razemba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6150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Project Sponsor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857" y="804672"/>
            <a:ext cx="4883227" cy="5230368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chemeClr val="tx2"/>
                </a:solidFill>
              </a:rPr>
              <a:t>Sarah Thompson - Director of Emergency Management (NYCEM)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chemeClr val="tx2"/>
                </a:solidFill>
              </a:rPr>
              <a:t>Responsibility: </a:t>
            </a:r>
            <a:r>
              <a:rPr lang="en-US" sz="2100" dirty="0">
                <a:solidFill>
                  <a:schemeClr val="tx2"/>
                </a:solidFill>
              </a:rPr>
              <a:t>Leads emergency response planning &amp; resource allocation.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chemeClr val="tx2"/>
                </a:solidFill>
              </a:rPr>
              <a:t>Pain Point</a:t>
            </a:r>
            <a:endParaRPr lang="en-US" sz="21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NYPD is overloaded with 911 calls—especially non-criminal ones.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NYPD receives the most funding but often overspends.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Needs accurate data to rebalance responder workloads.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chemeClr val="tx2"/>
                </a:solidFill>
              </a:rPr>
              <a:t>Why This Project Matters</a:t>
            </a:r>
            <a:endParaRPr lang="en-US" sz="21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100" dirty="0">
                <a:solidFill>
                  <a:schemeClr val="tx2"/>
                </a:solidFill>
              </a:rPr>
              <a:t>Sarah required insight into: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The true workload placed on NYPD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How many calls could be redirected to EMS, FDNY, or social services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How call patterns may affect budgeting for FY2026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Opportunities to reduce NYPD burnout and improve response efficiency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6B322-BBD8-0FB7-0180-0221F75D9806}"/>
              </a:ext>
            </a:extLst>
          </p:cNvPr>
          <p:cNvSpPr/>
          <p:nvPr/>
        </p:nvSpPr>
        <p:spPr>
          <a:xfrm>
            <a:off x="4453217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Identify patterns in NYPD-handled 911 calls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Determine which calls require non-police responders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Support FY2026 budget decisions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Reduce NYPD workload by diverting non-criminal calls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Improve coordination across responder agencies (NYPD, FDNY, EMS,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This analysis highlights:</a:t>
            </a:r>
          </a:p>
          <a:p>
            <a:r>
              <a:rPr lang="en-US" sz="1800" dirty="0">
                <a:solidFill>
                  <a:schemeClr val="tx2"/>
                </a:solidFill>
              </a:rPr>
              <a:t>High volume of non-criminal calls (93%)</a:t>
            </a:r>
          </a:p>
          <a:p>
            <a:r>
              <a:rPr lang="en-US" sz="1800" dirty="0">
                <a:solidFill>
                  <a:schemeClr val="tx2"/>
                </a:solidFill>
              </a:rPr>
              <a:t>Workload imbalances across boroughs</a:t>
            </a:r>
          </a:p>
          <a:p>
            <a:r>
              <a:rPr lang="en-US" sz="1800" dirty="0">
                <a:solidFill>
                  <a:schemeClr val="tx2"/>
                </a:solidFill>
              </a:rPr>
              <a:t>Peak call times and seasonal patterns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Prolonged handling times for certain call types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Opportunities for targeted staffing, resource reallocation, and call diversion strategies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Goal: Build a data-driven foundation for FY2026 emergency response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Methodology &amp; Tools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Sources</a:t>
            </a:r>
            <a:r>
              <a:rPr lang="en-US" sz="1800" dirty="0">
                <a:solidFill>
                  <a:schemeClr val="tx2"/>
                </a:solidFill>
              </a:rPr>
              <a:t>: NYPD 911 call records (2023–2024)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Approach:</a:t>
            </a:r>
          </a:p>
          <a:p>
            <a:r>
              <a:rPr lang="en-US" sz="1800" dirty="0">
                <a:solidFill>
                  <a:schemeClr val="tx2"/>
                </a:solidFill>
              </a:rPr>
              <a:t>Cleaned &amp; categorized call types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Aggregated call data by borough, hour, month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Computed KPIs (Load Index, Repeat Caller Rate, Handling Time)</a:t>
            </a:r>
          </a:p>
          <a:p>
            <a:r>
              <a:rPr lang="en-US" sz="1800" dirty="0">
                <a:solidFill>
                  <a:schemeClr val="tx2"/>
                </a:solidFill>
              </a:rPr>
              <a:t>Identified inefficiencies &amp; bottlenecks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Tools</a:t>
            </a:r>
            <a:r>
              <a:rPr lang="en-US" sz="1800" dirty="0">
                <a:solidFill>
                  <a:schemeClr val="tx2"/>
                </a:solidFill>
              </a:rPr>
              <a:t>: Tableau (visualization, KPI dashboards)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Insights Identified</a:t>
            </a:r>
          </a:p>
          <a:p>
            <a:r>
              <a:rPr lang="en-US" sz="1800" dirty="0">
                <a:solidFill>
                  <a:schemeClr val="tx2"/>
                </a:solidFill>
              </a:rPr>
              <a:t>Borough with highest call volume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Call types with highest frequency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Response time variations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Peak call hours and months</a:t>
            </a:r>
          </a:p>
          <a:p>
            <a:r>
              <a:rPr lang="en-US" sz="1800" dirty="0">
                <a:solidFill>
                  <a:schemeClr val="tx2"/>
                </a:solidFill>
              </a:rPr>
              <a:t>Percentage of repeat callers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Workload distribution across patrol boroughs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332E866-7BC4-8075-454A-12BEE5E4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840" y="1741337"/>
            <a:ext cx="4086547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Visualization Insights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6" y="2854"/>
            <a:ext cx="2087566" cy="2406445"/>
            <a:chOff x="-305" y="-4155"/>
            <a:chExt cx="2514948" cy="2174333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62939" y="4456669"/>
            <a:ext cx="2087566" cy="2406445"/>
            <a:chOff x="-305" y="-4155"/>
            <a:chExt cx="2514948" cy="2174333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542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1A3866-8911-E57C-473D-7CF80CEE7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6058" y="1837300"/>
            <a:ext cx="8229600" cy="941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D317A5-2513-914E-B25A-2256265B4B55}"/>
              </a:ext>
            </a:extLst>
          </p:cNvPr>
          <p:cNvSpPr txBox="1"/>
          <p:nvPr/>
        </p:nvSpPr>
        <p:spPr>
          <a:xfrm>
            <a:off x="718457" y="2764971"/>
            <a:ext cx="8077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Description</a:t>
            </a:r>
            <a:r>
              <a:rPr lang="en-US" dirty="0"/>
              <a:t>: These KPIs summarize the critical metrics in analyzing call trends and load distribution across patrol Boroughs. Non-criminal calls dominate (93%).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Problem identified</a:t>
            </a:r>
            <a:r>
              <a:rPr lang="en-US" dirty="0"/>
              <a:t>: Bronx is overloaded with a load index of 2.1 and handling time of 41 minutes. Significant imbalance in workload across boroughs</a:t>
            </a:r>
          </a:p>
          <a:p>
            <a:endParaRPr lang="en-US" b="1" dirty="0"/>
          </a:p>
          <a:p>
            <a:r>
              <a:rPr lang="en-US" b="1" dirty="0"/>
              <a:t>Strategy</a:t>
            </a:r>
            <a:r>
              <a:rPr lang="en-US" dirty="0"/>
              <a:t>: A second patrol or redistributing resources improves Bronx response capacity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94D30-C7F7-C890-B6B1-043A0B247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84" y="3532376"/>
            <a:ext cx="7326087" cy="7728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293F-FD5C-9F46-ABBF-575FA8B6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Calls by Borough (Map)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D3644-D0B6-3865-D47F-0C61E85F56B4}"/>
              </a:ext>
            </a:extLst>
          </p:cNvPr>
          <p:cNvSpPr txBox="1"/>
          <p:nvPr/>
        </p:nvSpPr>
        <p:spPr>
          <a:xfrm>
            <a:off x="193040" y="2109862"/>
            <a:ext cx="3301999" cy="38714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Insights: </a:t>
            </a:r>
            <a:r>
              <a:rPr lang="en-US" dirty="0"/>
              <a:t>Brooklyn handles the most calls, followed by Manhattan. The Bronx and Queens have similar call volumes, about 1.5 million fewer than Brooklyn and Manhattan. Staten Island receives the fewest calls.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Strategy: </a:t>
            </a:r>
            <a:r>
              <a:rPr lang="en-US" dirty="0"/>
              <a:t>Educate communities on 311 for Non-Emergency Calls instead of 911, Establish Community Responder Programs for specific low-risk calls</a:t>
            </a:r>
          </a:p>
        </p:txBody>
      </p:sp>
      <p:pic>
        <p:nvPicPr>
          <p:cNvPr id="6" name="Picture 5" descr="A map with blue circles&#10;&#10;AI-generated content may be incorrect.">
            <a:extLst>
              <a:ext uri="{FF2B5EF4-FFF2-40B4-BE49-F238E27FC236}">
                <a16:creationId xmlns:a16="http://schemas.microsoft.com/office/drawing/2014/main" id="{45AE8F38-A109-C6AD-1BBF-7CF89D7D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54" y="2109862"/>
            <a:ext cx="4792009" cy="264758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865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91448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Calls handled By Patrol Borough</a:t>
            </a:r>
          </a:p>
        </p:txBody>
      </p:sp>
      <p:pic>
        <p:nvPicPr>
          <p:cNvPr id="7" name="Content Placeholder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D670D9B-4A1F-27E9-EB02-DC9F02803A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56014" y="861733"/>
            <a:ext cx="3205097" cy="5134533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2" name="Content Placeholder 4">
            <a:extLst>
              <a:ext uri="{FF2B5EF4-FFF2-40B4-BE49-F238E27FC236}">
                <a16:creationId xmlns:a16="http://schemas.microsoft.com/office/drawing/2014/main" id="{8B43E30B-2B31-1FCB-E297-8287121F8A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1070487"/>
              </p:ext>
            </p:extLst>
          </p:nvPr>
        </p:nvGraphicFramePr>
        <p:xfrm>
          <a:off x="657519" y="2533476"/>
          <a:ext cx="3914480" cy="3537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Type Volumes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3BC1AE7-7993-3BD3-FE98-D5B380D0FA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1257" y="1502229"/>
            <a:ext cx="4386943" cy="412568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B2F6A-E14E-5CBA-7447-83AD1E19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386943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Insights</a:t>
            </a:r>
            <a:r>
              <a:rPr lang="en-US" sz="2900" dirty="0"/>
              <a:t>: Graph shows that Visibility Patrol and Investigate Possible Crime are the top 2 most common call types and there are only 3 criminal calls types out of the top 10.</a:t>
            </a:r>
          </a:p>
          <a:p>
            <a:pPr marL="0" indent="0">
              <a:buNone/>
            </a:pPr>
            <a:r>
              <a:rPr lang="en-US" sz="2900" b="1" dirty="0"/>
              <a:t>Problem Identified</a:t>
            </a:r>
            <a:r>
              <a:rPr lang="en-US" sz="2900" dirty="0"/>
              <a:t>: NYPD is investing a lot of resources in managing low urgent and non-critical calls.</a:t>
            </a:r>
          </a:p>
          <a:p>
            <a:pPr marL="0" indent="0">
              <a:buNone/>
            </a:pPr>
            <a:r>
              <a:rPr lang="en-US" sz="2900" b="1" dirty="0"/>
              <a:t>Strategy</a:t>
            </a:r>
            <a:r>
              <a:rPr lang="en-US" sz="2900" dirty="0"/>
              <a:t>: </a:t>
            </a:r>
            <a:r>
              <a:rPr lang="en-US" dirty="0"/>
              <a:t>Redirect non-criminal and non-critical calls (93% of all calls) to appropriate responders such as:</a:t>
            </a:r>
          </a:p>
          <a:p>
            <a:pPr lvl="0"/>
            <a:r>
              <a:rPr lang="en-US" dirty="0"/>
              <a:t>Health services -EMS</a:t>
            </a:r>
          </a:p>
          <a:p>
            <a:pPr lvl="0"/>
            <a:r>
              <a:rPr lang="en-US" dirty="0"/>
              <a:t>Social workers - domestic disputes, substance abuse cases</a:t>
            </a:r>
          </a:p>
          <a:p>
            <a:pPr lvl="0"/>
            <a:r>
              <a:rPr lang="en-US" dirty="0"/>
              <a:t>Community crisis response teams</a:t>
            </a:r>
          </a:p>
          <a:p>
            <a:pPr lvl="0"/>
            <a:r>
              <a:rPr lang="en-US" dirty="0"/>
              <a:t>Neighborhood Watch - visibility patrol issues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Call Volume by Month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2F2303-43B2-15EA-0B21-525D66A97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" y="2660904"/>
            <a:ext cx="3614166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/>
              <a:t>Insights</a:t>
            </a:r>
            <a:r>
              <a:rPr lang="en-US" sz="1900"/>
              <a:t>: Line graph highlights peak months (March, May, October).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Spikes are mainly linked to major holidays/events (March- St Patrics Day, October-Halloween, May- Mother’s day, Memorial day, Cinco de mayo).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/>
              <a:t>Strategy</a:t>
            </a:r>
            <a:r>
              <a:rPr lang="en-US" sz="1900"/>
              <a:t>: Seasonal staffing adjustments, Predictive scheduling to match expected spikes.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11" name="Content Placeholder 10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1A442CE-1FC1-D820-A69D-991C5D909C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4286" y="2242399"/>
            <a:ext cx="4094226" cy="23732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Call Volume by Hour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4C483-CE4C-639B-10C6-3651256E44DA}"/>
              </a:ext>
            </a:extLst>
          </p:cNvPr>
          <p:cNvSpPr txBox="1"/>
          <p:nvPr/>
        </p:nvSpPr>
        <p:spPr>
          <a:xfrm>
            <a:off x="473202" y="2660904"/>
            <a:ext cx="361416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Insights</a:t>
            </a:r>
            <a:r>
              <a:rPr lang="en-US" sz="2000" dirty="0"/>
              <a:t>: Graph highlights daily spikes 4pm – 6 pm. 4 am with the least calls.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Strategy</a:t>
            </a:r>
            <a:r>
              <a:rPr lang="en-US" sz="2000" dirty="0"/>
              <a:t>: Shift staffing levels to match daily peaks, Align patrol &amp; support teams to peak activity windows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E6A5847-0D2B-4818-3A13-939924F72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7368" y="2002057"/>
            <a:ext cx="4581144" cy="31932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330-8823-EA33-CCEA-39168F38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Time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EB732-F47C-B99B-E24A-7A58C1D6FCD3}"/>
              </a:ext>
            </a:extLst>
          </p:cNvPr>
          <p:cNvSpPr txBox="1"/>
          <p:nvPr/>
        </p:nvSpPr>
        <p:spPr>
          <a:xfrm>
            <a:off x="473202" y="2660904"/>
            <a:ext cx="361416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Insights: </a:t>
            </a:r>
            <a:r>
              <a:rPr lang="en-US" sz="1900" dirty="0"/>
              <a:t>Rotational Tows and Suspect Holding Requires Extended Time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Most Incidents Handled Moderately: Vehicle accidents, larceny, robbery, IAB, and assault calls generally fall within a median range of 60 to 90 minutes.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Problem identified</a:t>
            </a:r>
            <a:r>
              <a:rPr lang="en-US" sz="1900" dirty="0"/>
              <a:t>: Rotational tow  and suspect holding demand significant operational resources.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Strategy: </a:t>
            </a:r>
            <a:r>
              <a:rPr lang="en-US" sz="1900" dirty="0"/>
              <a:t>Automate tow request workflows, Improve communication with tow partners, Streamline data entry for long-duration call types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Content Placeholder 5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71AB266D-532A-AE94-87DC-629A68B1E7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282054" y="1588575"/>
            <a:ext cx="4527677" cy="31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4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84FB-38E3-00FD-7779-D410764D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920619B-8F79-9B4A-4A29-9A3AADA94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64315-50E1-8BF4-D46D-0D278466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Time - Bronx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2FD2A9D1-7E86-3B5C-D848-889AAD231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1ABEE-C39D-F8FB-7FE8-14BBAB9148FE}"/>
              </a:ext>
            </a:extLst>
          </p:cNvPr>
          <p:cNvSpPr txBox="1"/>
          <p:nvPr/>
        </p:nvSpPr>
        <p:spPr>
          <a:xfrm>
            <a:off x="473202" y="2660904"/>
            <a:ext cx="361416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Insights: </a:t>
            </a:r>
            <a:r>
              <a:rPr lang="en-US" dirty="0"/>
              <a:t>While most calls are non-criminal, crime calls take the longest time to handle.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Problem Identified</a:t>
            </a:r>
            <a:r>
              <a:rPr lang="en-US" dirty="0"/>
              <a:t>: Bronx is heavily burdened by non-criminal volume + slow handling times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Strategy: </a:t>
            </a:r>
            <a:r>
              <a:rPr lang="en-US" dirty="0"/>
              <a:t>Free Up Resources by diverting non-criminal calls, Introduce efficiency-focused process improvements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7" name="Picture 6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E9A06BDA-A8CD-B615-4F8A-23DE27B52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1" y="1600200"/>
            <a:ext cx="4206965" cy="295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8FB1CF-D964-FE0C-708B-5A6B4210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</a:t>
            </a:r>
          </a:p>
        </p:txBody>
      </p:sp>
      <p:pic>
        <p:nvPicPr>
          <p:cNvPr id="8" name="Content Placeholder 7" descr="A screenshot of a data report&#10;&#10;AI-generated content may be incorrect.">
            <a:extLst>
              <a:ext uri="{FF2B5EF4-FFF2-40B4-BE49-F238E27FC236}">
                <a16:creationId xmlns:a16="http://schemas.microsoft.com/office/drawing/2014/main" id="{B33BCCC7-0D34-7C7A-21E3-89BD8B509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" y="1655276"/>
            <a:ext cx="9078331" cy="509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7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tx2"/>
                </a:solidFill>
              </a:rPr>
              <a:t>Recommendations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293" y="804672"/>
            <a:ext cx="4479949" cy="5548002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Key Recommendations</a:t>
            </a:r>
          </a:p>
          <a:p>
            <a:r>
              <a:rPr lang="en-US" sz="1900" b="1" dirty="0">
                <a:solidFill>
                  <a:schemeClr val="tx2"/>
                </a:solidFill>
              </a:rPr>
              <a:t>Multi-Agency Response System (MARS)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Divert wellness, domestic, and low-risk calls to EMS, social services, and community teams.</a:t>
            </a:r>
          </a:p>
          <a:p>
            <a:r>
              <a:rPr lang="en-US" sz="1900" b="1" dirty="0">
                <a:solidFill>
                  <a:schemeClr val="tx2"/>
                </a:solidFill>
              </a:rPr>
              <a:t>Community Awareness Campaign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Educate residents on when to use </a:t>
            </a:r>
            <a:r>
              <a:rPr lang="en-US" sz="1900" b="1" dirty="0">
                <a:solidFill>
                  <a:schemeClr val="tx2"/>
                </a:solidFill>
              </a:rPr>
              <a:t>311 vs. 911</a:t>
            </a:r>
            <a:r>
              <a:rPr lang="en-US" sz="1900" dirty="0">
                <a:solidFill>
                  <a:schemeClr val="tx2"/>
                </a:solidFill>
              </a:rPr>
              <a:t>.</a:t>
            </a:r>
          </a:p>
          <a:p>
            <a:r>
              <a:rPr lang="en-US" sz="1900" b="1" dirty="0">
                <a:solidFill>
                  <a:schemeClr val="tx2"/>
                </a:solidFill>
              </a:rPr>
              <a:t>Reallocate Resources to High-Demand Boroughs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Add a new patrol or redistribute officers—focus on Bronx.</a:t>
            </a:r>
          </a:p>
          <a:p>
            <a:r>
              <a:rPr lang="en-US" sz="1900" b="1" dirty="0">
                <a:solidFill>
                  <a:schemeClr val="tx2"/>
                </a:solidFill>
              </a:rPr>
              <a:t>Time-Based Staffing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Align scheduling with hourly and seasonal peaks.</a:t>
            </a:r>
          </a:p>
          <a:p>
            <a:r>
              <a:rPr lang="en-US" sz="1900" b="1" dirty="0">
                <a:solidFill>
                  <a:schemeClr val="tx2"/>
                </a:solidFill>
              </a:rPr>
              <a:t>Improve High-Duration Call Types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Target rotational tows &amp; suspect holding for workflow improvement (AI-enabled triaging).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24EA-209A-AB34-74C7-A063B455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B39CA0B-769B-35F7-BE65-ABC94D509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6DECC2-30EE-53ED-1AF4-07AA618E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B8ACB8-7FFA-2152-4B14-4D7A2B59F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8756C31-8F0B-D891-8870-EAD128657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43AE421-0C30-887B-D4F2-F1C8C05E8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A8B69D0-2AF2-37C2-E41D-509491F2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3FB2F56-1E87-2E06-58E2-F55B47F76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B7D08F-F2A8-DDFB-D761-606847E3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9626-EEBA-5423-5B06-3CF21ED29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293" y="804672"/>
            <a:ext cx="4479949" cy="554800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Takeaways</a:t>
            </a:r>
          </a:p>
          <a:p>
            <a:r>
              <a:rPr lang="en-US" sz="1800" dirty="0">
                <a:solidFill>
                  <a:schemeClr val="tx2"/>
                </a:solidFill>
              </a:rPr>
              <a:t>NYPD's workload is dominated by non-criminal calls</a:t>
            </a:r>
          </a:p>
          <a:p>
            <a:r>
              <a:rPr lang="en-US" sz="1800" dirty="0">
                <a:solidFill>
                  <a:schemeClr val="tx2"/>
                </a:solidFill>
              </a:rPr>
              <a:t>Data shows clear borough-based workload imbalances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Efficient response requires strategic resource allocation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A multi-agency approach is essential to reduce NYPD overload</a:t>
            </a:r>
          </a:p>
          <a:p>
            <a:r>
              <a:rPr lang="en-US" sz="1800" dirty="0">
                <a:solidFill>
                  <a:schemeClr val="tx2"/>
                </a:solidFill>
              </a:rPr>
              <a:t>Better call triage = faster response + improved community safety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This analysis gives NYCEM the insights needed for smarter, fairer FY2026 budgeting and operational planning.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602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  <wetp:taskpane dockstate="right" visibility="0" width="438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F94655AD-C0C5-4751-BA5F-DB1F5589D723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0FBBFCA-83BF-4A34-BDE7-B40CFB5833EF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0515068-8B23-48BD-BB73-206E64F8456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2121</TotalTime>
  <Words>1266</Words>
  <Application>Microsoft Office PowerPoint</Application>
  <PresentationFormat>On-screen Show (4:3)</PresentationFormat>
  <Paragraphs>134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Data Apex NYPD 911 Calls Analysis  </vt:lpstr>
      <vt:lpstr>Project Sponsor</vt:lpstr>
      <vt:lpstr>Objectives</vt:lpstr>
      <vt:lpstr>Executive Summary</vt:lpstr>
      <vt:lpstr>Methodology</vt:lpstr>
      <vt:lpstr>Key Insights</vt:lpstr>
      <vt:lpstr>Visualization Insights</vt:lpstr>
      <vt:lpstr>Key KPIs</vt:lpstr>
      <vt:lpstr>  Calls by Borough (Map) </vt:lpstr>
      <vt:lpstr>Calls handled By Patrol Borough</vt:lpstr>
      <vt:lpstr>Call Type Volumes</vt:lpstr>
      <vt:lpstr>Call Volume by Month</vt:lpstr>
      <vt:lpstr>Call Volume by Hour</vt:lpstr>
      <vt:lpstr>Handling Time</vt:lpstr>
      <vt:lpstr>Handling Time - Bronx</vt:lpstr>
      <vt:lpstr>Dashboard</vt:lpstr>
      <vt:lpstr>Recommendations and Actions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Simbarashe Razemba</dc:creator>
  <cp:keywords/>
  <dc:description>generated using python-pptx</dc:description>
  <cp:lastModifiedBy>Simbarashe Razemba</cp:lastModifiedBy>
  <cp:revision>1</cp:revision>
  <dcterms:created xsi:type="dcterms:W3CDTF">2013-01-27T09:14:16Z</dcterms:created>
  <dcterms:modified xsi:type="dcterms:W3CDTF">2025-12-04T18:14:06Z</dcterms:modified>
  <cp:category/>
</cp:coreProperties>
</file>